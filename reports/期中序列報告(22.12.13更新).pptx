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1" r:id="rId5"/>
    <p:sldId id="263" r:id="rId6"/>
    <p:sldId id="276" r:id="rId7"/>
    <p:sldId id="259" r:id="rId8"/>
    <p:sldId id="269" r:id="rId9"/>
    <p:sldId id="285" r:id="rId10"/>
    <p:sldId id="270" r:id="rId11"/>
    <p:sldId id="264" r:id="rId12"/>
    <p:sldId id="277" r:id="rId13"/>
    <p:sldId id="278" r:id="rId14"/>
    <p:sldId id="267" r:id="rId15"/>
    <p:sldId id="268" r:id="rId16"/>
    <p:sldId id="281" r:id="rId17"/>
    <p:sldId id="282" r:id="rId18"/>
    <p:sldId id="261" r:id="rId19"/>
    <p:sldId id="265" r:id="rId20"/>
    <p:sldId id="284" r:id="rId21"/>
    <p:sldId id="283" r:id="rId22"/>
    <p:sldId id="286" r:id="rId23"/>
    <p:sldId id="279" r:id="rId24"/>
    <p:sldId id="280" r:id="rId25"/>
    <p:sldId id="26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B3BB7-6ECF-4A23-B6D3-4A7C9B7F4B2B}" v="225" dt="2022-12-13T11:51:57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潘俊宏" userId="9229848c-e55b-479f-b56d-2800539f7556" providerId="ADAL" clId="{47DB3BB7-6ECF-4A23-B6D3-4A7C9B7F4B2B}"/>
    <pc:docChg chg="undo redo custSel addSld delSld modSld sldOrd">
      <pc:chgData name="潘俊宏" userId="9229848c-e55b-479f-b56d-2800539f7556" providerId="ADAL" clId="{47DB3BB7-6ECF-4A23-B6D3-4A7C9B7F4B2B}" dt="2022-12-13T11:52:09.304" v="3255" actId="20577"/>
      <pc:docMkLst>
        <pc:docMk/>
      </pc:docMkLst>
      <pc:sldChg chg="modSp mod">
        <pc:chgData name="潘俊宏" userId="9229848c-e55b-479f-b56d-2800539f7556" providerId="ADAL" clId="{47DB3BB7-6ECF-4A23-B6D3-4A7C9B7F4B2B}" dt="2022-12-06T08:51:54.642" v="1612"/>
        <pc:sldMkLst>
          <pc:docMk/>
          <pc:sldMk cId="2154201388" sldId="261"/>
        </pc:sldMkLst>
        <pc:spChg chg="mod">
          <ac:chgData name="潘俊宏" userId="9229848c-e55b-479f-b56d-2800539f7556" providerId="ADAL" clId="{47DB3BB7-6ECF-4A23-B6D3-4A7C9B7F4B2B}" dt="2022-12-06T08:51:54.642" v="1612"/>
          <ac:spMkLst>
            <pc:docMk/>
            <pc:sldMk cId="2154201388" sldId="261"/>
            <ac:spMk id="2" creationId="{E3701D61-7E3A-BE15-A98A-DF7E9FF502BA}"/>
          </ac:spMkLst>
        </pc:spChg>
      </pc:sldChg>
      <pc:sldChg chg="modSp mod">
        <pc:chgData name="潘俊宏" userId="9229848c-e55b-479f-b56d-2800539f7556" providerId="ADAL" clId="{47DB3BB7-6ECF-4A23-B6D3-4A7C9B7F4B2B}" dt="2022-12-06T08:52:10.610" v="1628" actId="20577"/>
        <pc:sldMkLst>
          <pc:docMk/>
          <pc:sldMk cId="4053380495" sldId="265"/>
        </pc:sldMkLst>
        <pc:spChg chg="mod">
          <ac:chgData name="潘俊宏" userId="9229848c-e55b-479f-b56d-2800539f7556" providerId="ADAL" clId="{47DB3BB7-6ECF-4A23-B6D3-4A7C9B7F4B2B}" dt="2022-12-06T08:52:10.610" v="1628" actId="20577"/>
          <ac:spMkLst>
            <pc:docMk/>
            <pc:sldMk cId="4053380495" sldId="265"/>
            <ac:spMk id="2" creationId="{E3701D61-7E3A-BE15-A98A-DF7E9FF502BA}"/>
          </ac:spMkLst>
        </pc:spChg>
      </pc:sldChg>
      <pc:sldChg chg="addSp modSp mod">
        <pc:chgData name="潘俊宏" userId="9229848c-e55b-479f-b56d-2800539f7556" providerId="ADAL" clId="{47DB3BB7-6ECF-4A23-B6D3-4A7C9B7F4B2B}" dt="2022-12-13T11:25:15.838" v="3096" actId="207"/>
        <pc:sldMkLst>
          <pc:docMk/>
          <pc:sldMk cId="4081892113" sldId="269"/>
        </pc:sldMkLst>
        <pc:spChg chg="mod">
          <ac:chgData name="潘俊宏" userId="9229848c-e55b-479f-b56d-2800539f7556" providerId="ADAL" clId="{47DB3BB7-6ECF-4A23-B6D3-4A7C9B7F4B2B}" dt="2022-12-13T11:25:04.787" v="3093" actId="20577"/>
          <ac:spMkLst>
            <pc:docMk/>
            <pc:sldMk cId="4081892113" sldId="269"/>
            <ac:spMk id="3" creationId="{A9148858-DD2E-9499-97A4-B77C6C849798}"/>
          </ac:spMkLst>
        </pc:spChg>
        <pc:spChg chg="add mod">
          <ac:chgData name="潘俊宏" userId="9229848c-e55b-479f-b56d-2800539f7556" providerId="ADAL" clId="{47DB3BB7-6ECF-4A23-B6D3-4A7C9B7F4B2B}" dt="2022-12-13T11:25:15.838" v="3096" actId="207"/>
          <ac:spMkLst>
            <pc:docMk/>
            <pc:sldMk cId="4081892113" sldId="269"/>
            <ac:spMk id="5" creationId="{4094996D-A34E-A7BB-0907-6F66E2978AA5}"/>
          </ac:spMkLst>
        </pc:spChg>
        <pc:picChg chg="mod">
          <ac:chgData name="潘俊宏" userId="9229848c-e55b-479f-b56d-2800539f7556" providerId="ADAL" clId="{47DB3BB7-6ECF-4A23-B6D3-4A7C9B7F4B2B}" dt="2022-12-13T11:05:44.126" v="2651" actId="1076"/>
          <ac:picMkLst>
            <pc:docMk/>
            <pc:sldMk cId="4081892113" sldId="269"/>
            <ac:picMk id="4" creationId="{B18DE7F6-DF11-6AF6-3E2E-11AC1E9E9F13}"/>
          </ac:picMkLst>
        </pc:picChg>
      </pc:sldChg>
      <pc:sldChg chg="addSp delSp modSp mod">
        <pc:chgData name="潘俊宏" userId="9229848c-e55b-479f-b56d-2800539f7556" providerId="ADAL" clId="{47DB3BB7-6ECF-4A23-B6D3-4A7C9B7F4B2B}" dt="2022-12-13T11:35:39.890" v="3181" actId="1036"/>
        <pc:sldMkLst>
          <pc:docMk/>
          <pc:sldMk cId="1322050245" sldId="270"/>
        </pc:sldMkLst>
        <pc:spChg chg="mod">
          <ac:chgData name="潘俊宏" userId="9229848c-e55b-479f-b56d-2800539f7556" providerId="ADAL" clId="{47DB3BB7-6ECF-4A23-B6D3-4A7C9B7F4B2B}" dt="2022-12-13T11:09:34.153" v="2676" actId="20577"/>
          <ac:spMkLst>
            <pc:docMk/>
            <pc:sldMk cId="1322050245" sldId="270"/>
            <ac:spMk id="2" creationId="{559B7A34-143A-AEDB-85B2-9AEC3A904AB8}"/>
          </ac:spMkLst>
        </pc:spChg>
        <pc:spChg chg="add del mod">
          <ac:chgData name="潘俊宏" userId="9229848c-e55b-479f-b56d-2800539f7556" providerId="ADAL" clId="{47DB3BB7-6ECF-4A23-B6D3-4A7C9B7F4B2B}" dt="2022-12-13T11:24:58.923" v="3092" actId="478"/>
          <ac:spMkLst>
            <pc:docMk/>
            <pc:sldMk cId="1322050245" sldId="270"/>
            <ac:spMk id="7" creationId="{070248A3-CBE7-D00A-2C12-92EAB533669C}"/>
          </ac:spMkLst>
        </pc:spChg>
        <pc:spChg chg="add del mod">
          <ac:chgData name="潘俊宏" userId="9229848c-e55b-479f-b56d-2800539f7556" providerId="ADAL" clId="{47DB3BB7-6ECF-4A23-B6D3-4A7C9B7F4B2B}" dt="2022-12-13T11:34:58.740" v="3151" actId="478"/>
          <ac:spMkLst>
            <pc:docMk/>
            <pc:sldMk cId="1322050245" sldId="270"/>
            <ac:spMk id="8" creationId="{224100A4-3A77-ABE8-B764-B128BECADB7B}"/>
          </ac:spMkLst>
        </pc:spChg>
        <pc:spChg chg="add mod">
          <ac:chgData name="潘俊宏" userId="9229848c-e55b-479f-b56d-2800539f7556" providerId="ADAL" clId="{47DB3BB7-6ECF-4A23-B6D3-4A7C9B7F4B2B}" dt="2022-12-13T11:35:39.890" v="3181" actId="1036"/>
          <ac:spMkLst>
            <pc:docMk/>
            <pc:sldMk cId="1322050245" sldId="270"/>
            <ac:spMk id="9" creationId="{A789C234-70D8-26F5-CCCF-8B2BB0CD5393}"/>
          </ac:spMkLst>
        </pc:spChg>
        <pc:picChg chg="mod">
          <ac:chgData name="潘俊宏" userId="9229848c-e55b-479f-b56d-2800539f7556" providerId="ADAL" clId="{47DB3BB7-6ECF-4A23-B6D3-4A7C9B7F4B2B}" dt="2022-12-13T11:09:37.056" v="2677" actId="1076"/>
          <ac:picMkLst>
            <pc:docMk/>
            <pc:sldMk cId="1322050245" sldId="270"/>
            <ac:picMk id="3" creationId="{E403EDBF-6D6E-F276-B6A2-626D59A6B7EA}"/>
          </ac:picMkLst>
        </pc:picChg>
        <pc:picChg chg="mod">
          <ac:chgData name="潘俊宏" userId="9229848c-e55b-479f-b56d-2800539f7556" providerId="ADAL" clId="{47DB3BB7-6ECF-4A23-B6D3-4A7C9B7F4B2B}" dt="2022-12-13T11:34:09.435" v="3140" actId="1076"/>
          <ac:picMkLst>
            <pc:docMk/>
            <pc:sldMk cId="1322050245" sldId="270"/>
            <ac:picMk id="4" creationId="{D33499C9-30E0-5B88-48B3-6002638EA3E1}"/>
          </ac:picMkLst>
        </pc:picChg>
      </pc:sldChg>
      <pc:sldChg chg="modSp mod">
        <pc:chgData name="潘俊宏" userId="9229848c-e55b-479f-b56d-2800539f7556" providerId="ADAL" clId="{47DB3BB7-6ECF-4A23-B6D3-4A7C9B7F4B2B}" dt="2022-12-06T09:33:18.619" v="2214" actId="15"/>
        <pc:sldMkLst>
          <pc:docMk/>
          <pc:sldMk cId="3644183287" sldId="279"/>
        </pc:sldMkLst>
        <pc:spChg chg="mod">
          <ac:chgData name="潘俊宏" userId="9229848c-e55b-479f-b56d-2800539f7556" providerId="ADAL" clId="{47DB3BB7-6ECF-4A23-B6D3-4A7C9B7F4B2B}" dt="2022-12-06T09:30:53.465" v="1744"/>
          <ac:spMkLst>
            <pc:docMk/>
            <pc:sldMk cId="3644183287" sldId="279"/>
            <ac:spMk id="2" creationId="{46E7E016-3A5A-FA8F-6376-04B7C2CDD402}"/>
          </ac:spMkLst>
        </pc:spChg>
        <pc:spChg chg="mod">
          <ac:chgData name="潘俊宏" userId="9229848c-e55b-479f-b56d-2800539f7556" providerId="ADAL" clId="{47DB3BB7-6ECF-4A23-B6D3-4A7C9B7F4B2B}" dt="2022-12-06T09:33:18.619" v="2214" actId="15"/>
          <ac:spMkLst>
            <pc:docMk/>
            <pc:sldMk cId="3644183287" sldId="279"/>
            <ac:spMk id="3" creationId="{B1071C59-E65A-075D-F91C-E87F714C75D8}"/>
          </ac:spMkLst>
        </pc:spChg>
      </pc:sldChg>
      <pc:sldChg chg="modSp mod">
        <pc:chgData name="潘俊宏" userId="9229848c-e55b-479f-b56d-2800539f7556" providerId="ADAL" clId="{47DB3BB7-6ECF-4A23-B6D3-4A7C9B7F4B2B}" dt="2022-12-13T11:23:33.950" v="3079" actId="20577"/>
        <pc:sldMkLst>
          <pc:docMk/>
          <pc:sldMk cId="2376129378" sldId="280"/>
        </pc:sldMkLst>
        <pc:spChg chg="mod">
          <ac:chgData name="潘俊宏" userId="9229848c-e55b-479f-b56d-2800539f7556" providerId="ADAL" clId="{47DB3BB7-6ECF-4A23-B6D3-4A7C9B7F4B2B}" dt="2022-12-13T11:23:33.950" v="3079" actId="20577"/>
          <ac:spMkLst>
            <pc:docMk/>
            <pc:sldMk cId="2376129378" sldId="280"/>
            <ac:spMk id="3" creationId="{FC62A38A-1ED5-3E3A-0E14-F08B7001B454}"/>
          </ac:spMkLst>
        </pc:spChg>
      </pc:sldChg>
      <pc:sldChg chg="addSp delSp modSp add mod">
        <pc:chgData name="潘俊宏" userId="9229848c-e55b-479f-b56d-2800539f7556" providerId="ADAL" clId="{47DB3BB7-6ECF-4A23-B6D3-4A7C9B7F4B2B}" dt="2022-12-13T11:52:09.304" v="3255" actId="20577"/>
        <pc:sldMkLst>
          <pc:docMk/>
          <pc:sldMk cId="2271730544" sldId="282"/>
        </pc:sldMkLst>
        <pc:spChg chg="mod">
          <ac:chgData name="潘俊宏" userId="9229848c-e55b-479f-b56d-2800539f7556" providerId="ADAL" clId="{47DB3BB7-6ECF-4A23-B6D3-4A7C9B7F4B2B}" dt="2022-12-06T07:47:47.992" v="11"/>
          <ac:spMkLst>
            <pc:docMk/>
            <pc:sldMk cId="2271730544" sldId="282"/>
            <ac:spMk id="2" creationId="{D542C49F-37B3-D60E-C2BB-44A2B931C96C}"/>
          </ac:spMkLst>
        </pc:spChg>
        <pc:spChg chg="add mod">
          <ac:chgData name="潘俊宏" userId="9229848c-e55b-479f-b56d-2800539f7556" providerId="ADAL" clId="{47DB3BB7-6ECF-4A23-B6D3-4A7C9B7F4B2B}" dt="2022-12-13T11:31:34.372" v="3102"/>
          <ac:spMkLst>
            <pc:docMk/>
            <pc:sldMk cId="2271730544" sldId="282"/>
            <ac:spMk id="3" creationId="{971337FB-C4BE-F463-1925-5A70CE36EC61}"/>
          </ac:spMkLst>
        </pc:spChg>
        <pc:spChg chg="del mod">
          <ac:chgData name="潘俊宏" userId="9229848c-e55b-479f-b56d-2800539f7556" providerId="ADAL" clId="{47DB3BB7-6ECF-4A23-B6D3-4A7C9B7F4B2B}" dt="2022-12-06T07:47:58.070" v="15"/>
          <ac:spMkLst>
            <pc:docMk/>
            <pc:sldMk cId="2271730544" sldId="282"/>
            <ac:spMk id="5" creationId="{B628E992-1FB3-871E-9786-CF04DBC9EE35}"/>
          </ac:spMkLst>
        </pc:spChg>
        <pc:spChg chg="add mod">
          <ac:chgData name="潘俊宏" userId="9229848c-e55b-479f-b56d-2800539f7556" providerId="ADAL" clId="{47DB3BB7-6ECF-4A23-B6D3-4A7C9B7F4B2B}" dt="2022-12-13T11:31:32.188" v="3100" actId="1076"/>
          <ac:spMkLst>
            <pc:docMk/>
            <pc:sldMk cId="2271730544" sldId="282"/>
            <ac:spMk id="6" creationId="{E075F9A2-6E4D-8906-E291-5BEFEBCA135F}"/>
          </ac:spMkLst>
        </pc:spChg>
        <pc:graphicFrameChg chg="add del mod modGraphic">
          <ac:chgData name="潘俊宏" userId="9229848c-e55b-479f-b56d-2800539f7556" providerId="ADAL" clId="{47DB3BB7-6ECF-4A23-B6D3-4A7C9B7F4B2B}" dt="2022-12-06T07:49:50.250" v="42" actId="478"/>
          <ac:graphicFrameMkLst>
            <pc:docMk/>
            <pc:sldMk cId="2271730544" sldId="282"/>
            <ac:graphicFrameMk id="7" creationId="{724D421C-2BA7-F893-0830-448A9F5E47A7}"/>
          </ac:graphicFrameMkLst>
        </pc:graphicFrameChg>
        <pc:graphicFrameChg chg="add mod modGraphic">
          <ac:chgData name="潘俊宏" userId="9229848c-e55b-479f-b56d-2800539f7556" providerId="ADAL" clId="{47DB3BB7-6ECF-4A23-B6D3-4A7C9B7F4B2B}" dt="2022-12-13T11:52:09.304" v="3255" actId="20577"/>
          <ac:graphicFrameMkLst>
            <pc:docMk/>
            <pc:sldMk cId="2271730544" sldId="282"/>
            <ac:graphicFrameMk id="8" creationId="{0227DD5D-5176-B63B-FE8D-5BFE479DAFE3}"/>
          </ac:graphicFrameMkLst>
        </pc:graphicFrameChg>
        <pc:picChg chg="del">
          <ac:chgData name="潘俊宏" userId="9229848c-e55b-479f-b56d-2800539f7556" providerId="ADAL" clId="{47DB3BB7-6ECF-4A23-B6D3-4A7C9B7F4B2B}" dt="2022-12-06T07:47:51.540" v="12" actId="478"/>
          <ac:picMkLst>
            <pc:docMk/>
            <pc:sldMk cId="2271730544" sldId="282"/>
            <ac:picMk id="4" creationId="{DC6D18EA-C17F-376E-2407-C0ED145D8AFE}"/>
          </ac:picMkLst>
        </pc:picChg>
      </pc:sldChg>
      <pc:sldChg chg="addSp delSp modSp add mod">
        <pc:chgData name="潘俊宏" userId="9229848c-e55b-479f-b56d-2800539f7556" providerId="ADAL" clId="{47DB3BB7-6ECF-4A23-B6D3-4A7C9B7F4B2B}" dt="2022-12-06T08:57:53.893" v="1713" actId="14100"/>
        <pc:sldMkLst>
          <pc:docMk/>
          <pc:sldMk cId="872707646" sldId="283"/>
        </pc:sldMkLst>
        <pc:spChg chg="mod">
          <ac:chgData name="潘俊宏" userId="9229848c-e55b-479f-b56d-2800539f7556" providerId="ADAL" clId="{47DB3BB7-6ECF-4A23-B6D3-4A7C9B7F4B2B}" dt="2022-12-06T08:54:31.615" v="1676" actId="20577"/>
          <ac:spMkLst>
            <pc:docMk/>
            <pc:sldMk cId="872707646" sldId="283"/>
            <ac:spMk id="2" creationId="{E3701D61-7E3A-BE15-A98A-DF7E9FF502BA}"/>
          </ac:spMkLst>
        </pc:spChg>
        <pc:spChg chg="del">
          <ac:chgData name="潘俊宏" userId="9229848c-e55b-479f-b56d-2800539f7556" providerId="ADAL" clId="{47DB3BB7-6ECF-4A23-B6D3-4A7C9B7F4B2B}" dt="2022-12-06T08:54:35.029" v="1677" actId="22"/>
          <ac:spMkLst>
            <pc:docMk/>
            <pc:sldMk cId="872707646" sldId="283"/>
            <ac:spMk id="3" creationId="{FA5810BB-6F0F-8CA9-D7BC-BFA81961D50D}"/>
          </ac:spMkLst>
        </pc:spChg>
        <pc:spChg chg="add del">
          <ac:chgData name="潘俊宏" userId="9229848c-e55b-479f-b56d-2800539f7556" providerId="ADAL" clId="{47DB3BB7-6ECF-4A23-B6D3-4A7C9B7F4B2B}" dt="2022-12-06T08:52:40.046" v="1674"/>
          <ac:spMkLst>
            <pc:docMk/>
            <pc:sldMk cId="872707646" sldId="283"/>
            <ac:spMk id="4" creationId="{1E2ADEE1-E307-8CCC-75D1-8360D9DF2E9A}"/>
          </ac:spMkLst>
        </pc:spChg>
        <pc:spChg chg="add del">
          <ac:chgData name="潘俊宏" userId="9229848c-e55b-479f-b56d-2800539f7556" providerId="ADAL" clId="{47DB3BB7-6ECF-4A23-B6D3-4A7C9B7F4B2B}" dt="2022-12-06T08:52:40.046" v="1674"/>
          <ac:spMkLst>
            <pc:docMk/>
            <pc:sldMk cId="872707646" sldId="283"/>
            <ac:spMk id="5" creationId="{581BEC47-8E4A-266D-C07C-9F8C04A24B49}"/>
          </ac:spMkLst>
        </pc:spChg>
        <pc:spChg chg="add del">
          <ac:chgData name="潘俊宏" userId="9229848c-e55b-479f-b56d-2800539f7556" providerId="ADAL" clId="{47DB3BB7-6ECF-4A23-B6D3-4A7C9B7F4B2B}" dt="2022-12-06T08:52:40.046" v="1674"/>
          <ac:spMkLst>
            <pc:docMk/>
            <pc:sldMk cId="872707646" sldId="283"/>
            <ac:spMk id="6" creationId="{312C5C4A-A03D-416C-037F-F6430FC3E31B}"/>
          </ac:spMkLst>
        </pc:spChg>
        <pc:picChg chg="del">
          <ac:chgData name="潘俊宏" userId="9229848c-e55b-479f-b56d-2800539f7556" providerId="ADAL" clId="{47DB3BB7-6ECF-4A23-B6D3-4A7C9B7F4B2B}" dt="2022-12-06T08:52:25.790" v="1671" actId="478"/>
          <ac:picMkLst>
            <pc:docMk/>
            <pc:sldMk cId="872707646" sldId="283"/>
            <ac:picMk id="8" creationId="{D26F03E1-FC63-B11E-F966-60E7B62F0D38}"/>
          </ac:picMkLst>
        </pc:picChg>
        <pc:picChg chg="add mod ord">
          <ac:chgData name="潘俊宏" userId="9229848c-e55b-479f-b56d-2800539f7556" providerId="ADAL" clId="{47DB3BB7-6ECF-4A23-B6D3-4A7C9B7F4B2B}" dt="2022-12-06T08:54:52.786" v="1684" actId="1076"/>
          <ac:picMkLst>
            <pc:docMk/>
            <pc:sldMk cId="872707646" sldId="283"/>
            <ac:picMk id="9" creationId="{A85A30CC-D084-F495-A9F6-7AA1B79F4F33}"/>
          </ac:picMkLst>
        </pc:picChg>
        <pc:picChg chg="del">
          <ac:chgData name="潘俊宏" userId="9229848c-e55b-479f-b56d-2800539f7556" providerId="ADAL" clId="{47DB3BB7-6ECF-4A23-B6D3-4A7C9B7F4B2B}" dt="2022-12-06T08:52:26.959" v="1672" actId="478"/>
          <ac:picMkLst>
            <pc:docMk/>
            <pc:sldMk cId="872707646" sldId="283"/>
            <ac:picMk id="10" creationId="{0EE19E8F-44A0-A243-F4DB-2BF85B6480F3}"/>
          </ac:picMkLst>
        </pc:picChg>
        <pc:picChg chg="add mod">
          <ac:chgData name="潘俊宏" userId="9229848c-e55b-479f-b56d-2800539f7556" providerId="ADAL" clId="{47DB3BB7-6ECF-4A23-B6D3-4A7C9B7F4B2B}" dt="2022-12-06T08:57:53.893" v="1713" actId="14100"/>
          <ac:picMkLst>
            <pc:docMk/>
            <pc:sldMk cId="872707646" sldId="283"/>
            <ac:picMk id="12" creationId="{B9522112-5A2F-A3DF-A633-B4724D59B2E2}"/>
          </ac:picMkLst>
        </pc:picChg>
      </pc:sldChg>
      <pc:sldChg chg="modSp add del mod">
        <pc:chgData name="潘俊宏" userId="9229848c-e55b-479f-b56d-2800539f7556" providerId="ADAL" clId="{47DB3BB7-6ECF-4A23-B6D3-4A7C9B7F4B2B}" dt="2022-12-06T08:32:20.099" v="727" actId="47"/>
        <pc:sldMkLst>
          <pc:docMk/>
          <pc:sldMk cId="2625492613" sldId="283"/>
        </pc:sldMkLst>
        <pc:graphicFrameChg chg="modGraphic">
          <ac:chgData name="潘俊宏" userId="9229848c-e55b-479f-b56d-2800539f7556" providerId="ADAL" clId="{47DB3BB7-6ECF-4A23-B6D3-4A7C9B7F4B2B}" dt="2022-12-06T08:18:09.767" v="321" actId="20577"/>
          <ac:graphicFrameMkLst>
            <pc:docMk/>
            <pc:sldMk cId="2625492613" sldId="283"/>
            <ac:graphicFrameMk id="8" creationId="{0227DD5D-5176-B63B-FE8D-5BFE479DAFE3}"/>
          </ac:graphicFrameMkLst>
        </pc:graphicFrameChg>
      </pc:sldChg>
      <pc:sldChg chg="modSp add del mod">
        <pc:chgData name="潘俊宏" userId="9229848c-e55b-479f-b56d-2800539f7556" providerId="ADAL" clId="{47DB3BB7-6ECF-4A23-B6D3-4A7C9B7F4B2B}" dt="2022-12-06T08:32:16.912" v="726" actId="47"/>
        <pc:sldMkLst>
          <pc:docMk/>
          <pc:sldMk cId="1093815079" sldId="284"/>
        </pc:sldMkLst>
        <pc:graphicFrameChg chg="modGraphic">
          <ac:chgData name="潘俊宏" userId="9229848c-e55b-479f-b56d-2800539f7556" providerId="ADAL" clId="{47DB3BB7-6ECF-4A23-B6D3-4A7C9B7F4B2B}" dt="2022-12-06T08:17:06.778" v="300" actId="20577"/>
          <ac:graphicFrameMkLst>
            <pc:docMk/>
            <pc:sldMk cId="1093815079" sldId="284"/>
            <ac:graphicFrameMk id="8" creationId="{0227DD5D-5176-B63B-FE8D-5BFE479DAFE3}"/>
          </ac:graphicFrameMkLst>
        </pc:graphicFrameChg>
      </pc:sldChg>
      <pc:sldChg chg="addSp delSp modSp add mod ord">
        <pc:chgData name="潘俊宏" userId="9229848c-e55b-479f-b56d-2800539f7556" providerId="ADAL" clId="{47DB3BB7-6ECF-4A23-B6D3-4A7C9B7F4B2B}" dt="2022-12-06T08:57:32.631" v="1710" actId="207"/>
        <pc:sldMkLst>
          <pc:docMk/>
          <pc:sldMk cId="1244201417" sldId="284"/>
        </pc:sldMkLst>
        <pc:spChg chg="add mod">
          <ac:chgData name="潘俊宏" userId="9229848c-e55b-479f-b56d-2800539f7556" providerId="ADAL" clId="{47DB3BB7-6ECF-4A23-B6D3-4A7C9B7F4B2B}" dt="2022-12-06T08:55:17.100" v="1691" actId="478"/>
          <ac:spMkLst>
            <pc:docMk/>
            <pc:sldMk cId="1244201417" sldId="284"/>
            <ac:spMk id="4" creationId="{18ACDCD6-5158-1854-20BE-7703C2B0C5ED}"/>
          </ac:spMkLst>
        </pc:spChg>
        <pc:spChg chg="add del">
          <ac:chgData name="潘俊宏" userId="9229848c-e55b-479f-b56d-2800539f7556" providerId="ADAL" clId="{47DB3BB7-6ECF-4A23-B6D3-4A7C9B7F4B2B}" dt="2022-12-06T08:56:52.403" v="1705" actId="478"/>
          <ac:spMkLst>
            <pc:docMk/>
            <pc:sldMk cId="1244201417" sldId="284"/>
            <ac:spMk id="15" creationId="{80A7FAE4-3CAC-608A-7F3F-4B8602C00619}"/>
          </ac:spMkLst>
        </pc:spChg>
        <pc:spChg chg="add mod">
          <ac:chgData name="潘俊宏" userId="9229848c-e55b-479f-b56d-2800539f7556" providerId="ADAL" clId="{47DB3BB7-6ECF-4A23-B6D3-4A7C9B7F4B2B}" dt="2022-12-06T08:57:32.631" v="1710" actId="207"/>
          <ac:spMkLst>
            <pc:docMk/>
            <pc:sldMk cId="1244201417" sldId="284"/>
            <ac:spMk id="18" creationId="{2F096BB4-C168-65F9-E3ED-1761F12338E7}"/>
          </ac:spMkLst>
        </pc:spChg>
        <pc:picChg chg="add del">
          <ac:chgData name="潘俊宏" userId="9229848c-e55b-479f-b56d-2800539f7556" providerId="ADAL" clId="{47DB3BB7-6ECF-4A23-B6D3-4A7C9B7F4B2B}" dt="2022-12-06T08:55:24.541" v="1693" actId="478"/>
          <ac:picMkLst>
            <pc:docMk/>
            <pc:sldMk cId="1244201417" sldId="284"/>
            <ac:picMk id="6" creationId="{60195A07-7F91-AAFE-E222-6DD087649B9D}"/>
          </ac:picMkLst>
        </pc:picChg>
        <pc:picChg chg="add del">
          <ac:chgData name="潘俊宏" userId="9229848c-e55b-479f-b56d-2800539f7556" providerId="ADAL" clId="{47DB3BB7-6ECF-4A23-B6D3-4A7C9B7F4B2B}" dt="2022-12-06T08:55:27.689" v="1695" actId="22"/>
          <ac:picMkLst>
            <pc:docMk/>
            <pc:sldMk cId="1244201417" sldId="284"/>
            <ac:picMk id="8" creationId="{3C8AA117-1E8D-EAF2-7F55-047BB2B670D3}"/>
          </ac:picMkLst>
        </pc:picChg>
        <pc:picChg chg="del">
          <ac:chgData name="潘俊宏" userId="9229848c-e55b-479f-b56d-2800539f7556" providerId="ADAL" clId="{47DB3BB7-6ECF-4A23-B6D3-4A7C9B7F4B2B}" dt="2022-12-06T08:55:17.100" v="1691" actId="478"/>
          <ac:picMkLst>
            <pc:docMk/>
            <pc:sldMk cId="1244201417" sldId="284"/>
            <ac:picMk id="9" creationId="{A85A30CC-D084-F495-A9F6-7AA1B79F4F33}"/>
          </ac:picMkLst>
        </pc:picChg>
        <pc:picChg chg="add del mod">
          <ac:chgData name="潘俊宏" userId="9229848c-e55b-479f-b56d-2800539f7556" providerId="ADAL" clId="{47DB3BB7-6ECF-4A23-B6D3-4A7C9B7F4B2B}" dt="2022-12-06T08:55:49.388" v="1701" actId="1076"/>
          <ac:picMkLst>
            <pc:docMk/>
            <pc:sldMk cId="1244201417" sldId="284"/>
            <ac:picMk id="11" creationId="{4013C221-54FA-00C9-337C-54D58342F554}"/>
          </ac:picMkLst>
        </pc:picChg>
        <pc:picChg chg="add del">
          <ac:chgData name="潘俊宏" userId="9229848c-e55b-479f-b56d-2800539f7556" providerId="ADAL" clId="{47DB3BB7-6ECF-4A23-B6D3-4A7C9B7F4B2B}" dt="2022-12-06T08:55:16.027" v="1690" actId="478"/>
          <ac:picMkLst>
            <pc:docMk/>
            <pc:sldMk cId="1244201417" sldId="284"/>
            <ac:picMk id="12" creationId="{B9522112-5A2F-A3DF-A633-B4724D59B2E2}"/>
          </ac:picMkLst>
        </pc:picChg>
        <pc:picChg chg="add mod">
          <ac:chgData name="潘俊宏" userId="9229848c-e55b-479f-b56d-2800539f7556" providerId="ADAL" clId="{47DB3BB7-6ECF-4A23-B6D3-4A7C9B7F4B2B}" dt="2022-12-06T08:56:03.145" v="1703" actId="1076"/>
          <ac:picMkLst>
            <pc:docMk/>
            <pc:sldMk cId="1244201417" sldId="284"/>
            <ac:picMk id="14" creationId="{1DCDEECB-B62F-7C41-9550-9D99D4D7C565}"/>
          </ac:picMkLst>
        </pc:picChg>
        <pc:cxnChg chg="add del">
          <ac:chgData name="潘俊宏" userId="9229848c-e55b-479f-b56d-2800539f7556" providerId="ADAL" clId="{47DB3BB7-6ECF-4A23-B6D3-4A7C9B7F4B2B}" dt="2022-12-06T08:57:03.397" v="1707" actId="11529"/>
          <ac:cxnSpMkLst>
            <pc:docMk/>
            <pc:sldMk cId="1244201417" sldId="284"/>
            <ac:cxnSpMk id="17" creationId="{4675AAC4-9F06-8075-46E6-50E912B95391}"/>
          </ac:cxnSpMkLst>
        </pc:cxnChg>
      </pc:sldChg>
      <pc:sldChg chg="addSp delSp modSp add mod ord">
        <pc:chgData name="潘俊宏" userId="9229848c-e55b-479f-b56d-2800539f7556" providerId="ADAL" clId="{47DB3BB7-6ECF-4A23-B6D3-4A7C9B7F4B2B}" dt="2022-12-13T11:38:00.797" v="3196" actId="1076"/>
        <pc:sldMkLst>
          <pc:docMk/>
          <pc:sldMk cId="467712896" sldId="285"/>
        </pc:sldMkLst>
        <pc:spChg chg="mod">
          <ac:chgData name="潘俊宏" userId="9229848c-e55b-479f-b56d-2800539f7556" providerId="ADAL" clId="{47DB3BB7-6ECF-4A23-B6D3-4A7C9B7F4B2B}" dt="2022-12-13T11:24:12.890" v="3084"/>
          <ac:spMkLst>
            <pc:docMk/>
            <pc:sldMk cId="467712896" sldId="285"/>
            <ac:spMk id="2" creationId="{559B7A34-143A-AEDB-85B2-9AEC3A904AB8}"/>
          </ac:spMkLst>
        </pc:spChg>
        <pc:spChg chg="del">
          <ac:chgData name="潘俊宏" userId="9229848c-e55b-479f-b56d-2800539f7556" providerId="ADAL" clId="{47DB3BB7-6ECF-4A23-B6D3-4A7C9B7F4B2B}" dt="2022-12-13T11:37:47.077" v="3192" actId="478"/>
          <ac:spMkLst>
            <pc:docMk/>
            <pc:sldMk cId="467712896" sldId="285"/>
            <ac:spMk id="5" creationId="{58E91BEA-9CE3-07EA-4CC5-9A72EFED40B4}"/>
          </ac:spMkLst>
        </pc:spChg>
        <pc:spChg chg="del">
          <ac:chgData name="潘俊宏" userId="9229848c-e55b-479f-b56d-2800539f7556" providerId="ADAL" clId="{47DB3BB7-6ECF-4A23-B6D3-4A7C9B7F4B2B}" dt="2022-12-13T11:37:45.760" v="3191" actId="478"/>
          <ac:spMkLst>
            <pc:docMk/>
            <pc:sldMk cId="467712896" sldId="285"/>
            <ac:spMk id="6" creationId="{0D095315-24A6-AB50-540B-BE7F6B274F6A}"/>
          </ac:spMkLst>
        </pc:spChg>
        <pc:spChg chg="add del mod">
          <ac:chgData name="潘俊宏" userId="9229848c-e55b-479f-b56d-2800539f7556" providerId="ADAL" clId="{47DB3BB7-6ECF-4A23-B6D3-4A7C9B7F4B2B}" dt="2022-12-13T11:10:43.279" v="2681" actId="22"/>
          <ac:spMkLst>
            <pc:docMk/>
            <pc:sldMk cId="467712896" sldId="285"/>
            <ac:spMk id="8" creationId="{28672EE3-BE38-926B-5816-2B12F7625C52}"/>
          </ac:spMkLst>
        </pc:spChg>
        <pc:spChg chg="add del mod">
          <ac:chgData name="潘俊宏" userId="9229848c-e55b-479f-b56d-2800539f7556" providerId="ADAL" clId="{47DB3BB7-6ECF-4A23-B6D3-4A7C9B7F4B2B}" dt="2022-12-13T11:10:59.878" v="2686" actId="478"/>
          <ac:spMkLst>
            <pc:docMk/>
            <pc:sldMk cId="467712896" sldId="285"/>
            <ac:spMk id="11" creationId="{4AEBA045-C517-9784-8804-0205B87CBDCF}"/>
          </ac:spMkLst>
        </pc:spChg>
        <pc:spChg chg="add mod">
          <ac:chgData name="潘俊宏" userId="9229848c-e55b-479f-b56d-2800539f7556" providerId="ADAL" clId="{47DB3BB7-6ECF-4A23-B6D3-4A7C9B7F4B2B}" dt="2022-12-13T11:35:30.124" v="3177" actId="1076"/>
          <ac:spMkLst>
            <pc:docMk/>
            <pc:sldMk cId="467712896" sldId="285"/>
            <ac:spMk id="12" creationId="{84A34235-8ACE-C795-7C52-5D6D8EB6E7B6}"/>
          </ac:spMkLst>
        </pc:spChg>
        <pc:spChg chg="add mod ord">
          <ac:chgData name="潘俊宏" userId="9229848c-e55b-479f-b56d-2800539f7556" providerId="ADAL" clId="{47DB3BB7-6ECF-4A23-B6D3-4A7C9B7F4B2B}" dt="2022-12-13T11:37:17.477" v="3187" actId="166"/>
          <ac:spMkLst>
            <pc:docMk/>
            <pc:sldMk cId="467712896" sldId="285"/>
            <ac:spMk id="13" creationId="{F655AB6C-3F40-95B4-DBAC-29C4E7B7900F}"/>
          </ac:spMkLst>
        </pc:spChg>
        <pc:spChg chg="add mod">
          <ac:chgData name="潘俊宏" userId="9229848c-e55b-479f-b56d-2800539f7556" providerId="ADAL" clId="{47DB3BB7-6ECF-4A23-B6D3-4A7C9B7F4B2B}" dt="2022-12-13T11:14:13.074" v="2821" actId="255"/>
          <ac:spMkLst>
            <pc:docMk/>
            <pc:sldMk cId="467712896" sldId="285"/>
            <ac:spMk id="16" creationId="{BF1F3BCA-F0C1-32E4-ECE1-02296F98740A}"/>
          </ac:spMkLst>
        </pc:spChg>
        <pc:spChg chg="add mod">
          <ac:chgData name="潘俊宏" userId="9229848c-e55b-479f-b56d-2800539f7556" providerId="ADAL" clId="{47DB3BB7-6ECF-4A23-B6D3-4A7C9B7F4B2B}" dt="2022-12-13T11:25:26.392" v="3098"/>
          <ac:spMkLst>
            <pc:docMk/>
            <pc:sldMk cId="467712896" sldId="285"/>
            <ac:spMk id="17" creationId="{293E1266-8180-E674-A91A-95085815A567}"/>
          </ac:spMkLst>
        </pc:spChg>
        <pc:spChg chg="add del mod">
          <ac:chgData name="潘俊宏" userId="9229848c-e55b-479f-b56d-2800539f7556" providerId="ADAL" clId="{47DB3BB7-6ECF-4A23-B6D3-4A7C9B7F4B2B}" dt="2022-12-13T11:34:54.787" v="3150" actId="21"/>
          <ac:spMkLst>
            <pc:docMk/>
            <pc:sldMk cId="467712896" sldId="285"/>
            <ac:spMk id="18" creationId="{72677258-212A-CCDE-AE32-AEAA62CF5942}"/>
          </ac:spMkLst>
        </pc:spChg>
        <pc:spChg chg="add del mod">
          <ac:chgData name="潘俊宏" userId="9229848c-e55b-479f-b56d-2800539f7556" providerId="ADAL" clId="{47DB3BB7-6ECF-4A23-B6D3-4A7C9B7F4B2B}" dt="2022-12-13T11:37:54.404" v="3195" actId="478"/>
          <ac:spMkLst>
            <pc:docMk/>
            <pc:sldMk cId="467712896" sldId="285"/>
            <ac:spMk id="22" creationId="{DAEB444C-B422-6456-A974-311090EAD8EB}"/>
          </ac:spMkLst>
        </pc:spChg>
        <pc:picChg chg="del">
          <ac:chgData name="潘俊宏" userId="9229848c-e55b-479f-b56d-2800539f7556" providerId="ADAL" clId="{47DB3BB7-6ECF-4A23-B6D3-4A7C9B7F4B2B}" dt="2022-12-13T11:09:47.981" v="2679" actId="478"/>
          <ac:picMkLst>
            <pc:docMk/>
            <pc:sldMk cId="467712896" sldId="285"/>
            <ac:picMk id="3" creationId="{E403EDBF-6D6E-F276-B6A2-626D59A6B7EA}"/>
          </ac:picMkLst>
        </pc:picChg>
        <pc:picChg chg="del">
          <ac:chgData name="潘俊宏" userId="9229848c-e55b-479f-b56d-2800539f7556" providerId="ADAL" clId="{47DB3BB7-6ECF-4A23-B6D3-4A7C9B7F4B2B}" dt="2022-12-13T11:09:51.045" v="2680" actId="478"/>
          <ac:picMkLst>
            <pc:docMk/>
            <pc:sldMk cId="467712896" sldId="285"/>
            <ac:picMk id="4" creationId="{D33499C9-30E0-5B88-48B3-6002638EA3E1}"/>
          </ac:picMkLst>
        </pc:picChg>
        <pc:picChg chg="add del mod ord">
          <ac:chgData name="潘俊宏" userId="9229848c-e55b-479f-b56d-2800539f7556" providerId="ADAL" clId="{47DB3BB7-6ECF-4A23-B6D3-4A7C9B7F4B2B}" dt="2022-12-13T11:37:06.601" v="3185" actId="478"/>
          <ac:picMkLst>
            <pc:docMk/>
            <pc:sldMk cId="467712896" sldId="285"/>
            <ac:picMk id="10" creationId="{163284DB-E038-29BA-12E4-6D6D41318441}"/>
          </ac:picMkLst>
        </pc:picChg>
        <pc:picChg chg="add mod ord">
          <ac:chgData name="潘俊宏" userId="9229848c-e55b-479f-b56d-2800539f7556" providerId="ADAL" clId="{47DB3BB7-6ECF-4A23-B6D3-4A7C9B7F4B2B}" dt="2022-12-13T11:38:00.797" v="3196" actId="1076"/>
          <ac:picMkLst>
            <pc:docMk/>
            <pc:sldMk cId="467712896" sldId="285"/>
            <ac:picMk id="20" creationId="{0B34645E-6E27-DCA6-F437-EDB6E040BAB9}"/>
          </ac:picMkLst>
        </pc:picChg>
        <pc:cxnChg chg="add mod">
          <ac:chgData name="潘俊宏" userId="9229848c-e55b-479f-b56d-2800539f7556" providerId="ADAL" clId="{47DB3BB7-6ECF-4A23-B6D3-4A7C9B7F4B2B}" dt="2022-12-13T11:12:46.762" v="2738" actId="208"/>
          <ac:cxnSpMkLst>
            <pc:docMk/>
            <pc:sldMk cId="467712896" sldId="285"/>
            <ac:cxnSpMk id="15" creationId="{0446709C-B020-F68B-FDD8-CA56544BD88A}"/>
          </ac:cxnSpMkLst>
        </pc:cxnChg>
      </pc:sldChg>
      <pc:sldChg chg="addSp delSp modSp add mod">
        <pc:chgData name="潘俊宏" userId="9229848c-e55b-479f-b56d-2800539f7556" providerId="ADAL" clId="{47DB3BB7-6ECF-4A23-B6D3-4A7C9B7F4B2B}" dt="2022-12-13T11:51:24.758" v="3224" actId="14100"/>
        <pc:sldMkLst>
          <pc:docMk/>
          <pc:sldMk cId="1248167366" sldId="286"/>
        </pc:sldMkLst>
        <pc:spChg chg="mod">
          <ac:chgData name="潘俊宏" userId="9229848c-e55b-479f-b56d-2800539f7556" providerId="ADAL" clId="{47DB3BB7-6ECF-4A23-B6D3-4A7C9B7F4B2B}" dt="2022-12-13T11:31:47.237" v="3113"/>
          <ac:spMkLst>
            <pc:docMk/>
            <pc:sldMk cId="1248167366" sldId="286"/>
            <ac:spMk id="2" creationId="{E3701D61-7E3A-BE15-A98A-DF7E9FF502BA}"/>
          </ac:spMkLst>
        </pc:spChg>
        <pc:spChg chg="add mod">
          <ac:chgData name="潘俊宏" userId="9229848c-e55b-479f-b56d-2800539f7556" providerId="ADAL" clId="{47DB3BB7-6ECF-4A23-B6D3-4A7C9B7F4B2B}" dt="2022-12-13T11:32:44.068" v="3131" actId="1076"/>
          <ac:spMkLst>
            <pc:docMk/>
            <pc:sldMk cId="1248167366" sldId="286"/>
            <ac:spMk id="3" creationId="{536B8544-950E-F62E-16B6-9A2A29AC425B}"/>
          </ac:spMkLst>
        </pc:spChg>
        <pc:spChg chg="add mod">
          <ac:chgData name="潘俊宏" userId="9229848c-e55b-479f-b56d-2800539f7556" providerId="ADAL" clId="{47DB3BB7-6ECF-4A23-B6D3-4A7C9B7F4B2B}" dt="2022-12-13T11:31:56.220" v="3119" actId="478"/>
          <ac:spMkLst>
            <pc:docMk/>
            <pc:sldMk cId="1248167366" sldId="286"/>
            <ac:spMk id="5" creationId="{C84FFB84-8C68-E779-99B9-9F77452FC472}"/>
          </ac:spMkLst>
        </pc:spChg>
        <pc:spChg chg="add del">
          <ac:chgData name="潘俊宏" userId="9229848c-e55b-479f-b56d-2800539f7556" providerId="ADAL" clId="{47DB3BB7-6ECF-4A23-B6D3-4A7C9B7F4B2B}" dt="2022-12-13T11:48:43.109" v="3198" actId="22"/>
          <ac:spMkLst>
            <pc:docMk/>
            <pc:sldMk cId="1248167366" sldId="286"/>
            <ac:spMk id="15" creationId="{0E782D11-27B6-BF99-D3CC-38290BC4D78A}"/>
          </ac:spMkLst>
        </pc:spChg>
        <pc:spChg chg="add mod">
          <ac:chgData name="潘俊宏" userId="9229848c-e55b-479f-b56d-2800539f7556" providerId="ADAL" clId="{47DB3BB7-6ECF-4A23-B6D3-4A7C9B7F4B2B}" dt="2022-12-13T11:51:24.758" v="3224" actId="14100"/>
          <ac:spMkLst>
            <pc:docMk/>
            <pc:sldMk cId="1248167366" sldId="286"/>
            <ac:spMk id="22" creationId="{5AE1ACB2-350E-A623-C0BC-FC3A8624FD3E}"/>
          </ac:spMkLst>
        </pc:spChg>
        <pc:picChg chg="add del mod">
          <ac:chgData name="潘俊宏" userId="9229848c-e55b-479f-b56d-2800539f7556" providerId="ADAL" clId="{47DB3BB7-6ECF-4A23-B6D3-4A7C9B7F4B2B}" dt="2022-12-13T11:49:40.713" v="3205" actId="478"/>
          <ac:picMkLst>
            <pc:docMk/>
            <pc:sldMk cId="1248167366" sldId="286"/>
            <ac:picMk id="7" creationId="{2071C631-69CF-5CD7-7704-D10641A88983}"/>
          </ac:picMkLst>
        </pc:picChg>
        <pc:picChg chg="del">
          <ac:chgData name="潘俊宏" userId="9229848c-e55b-479f-b56d-2800539f7556" providerId="ADAL" clId="{47DB3BB7-6ECF-4A23-B6D3-4A7C9B7F4B2B}" dt="2022-12-13T11:31:56.220" v="3119" actId="478"/>
          <ac:picMkLst>
            <pc:docMk/>
            <pc:sldMk cId="1248167366" sldId="286"/>
            <ac:picMk id="9" creationId="{A85A30CC-D084-F495-A9F6-7AA1B79F4F33}"/>
          </ac:picMkLst>
        </pc:picChg>
        <pc:picChg chg="add del">
          <ac:chgData name="潘俊宏" userId="9229848c-e55b-479f-b56d-2800539f7556" providerId="ADAL" clId="{47DB3BB7-6ECF-4A23-B6D3-4A7C9B7F4B2B}" dt="2022-12-13T11:32:23.909" v="3125" actId="22"/>
          <ac:picMkLst>
            <pc:docMk/>
            <pc:sldMk cId="1248167366" sldId="286"/>
            <ac:picMk id="10" creationId="{F674393C-0E1B-56A3-DB69-547E6A68EBFD}"/>
          </ac:picMkLst>
        </pc:picChg>
        <pc:picChg chg="del">
          <ac:chgData name="潘俊宏" userId="9229848c-e55b-479f-b56d-2800539f7556" providerId="ADAL" clId="{47DB3BB7-6ECF-4A23-B6D3-4A7C9B7F4B2B}" dt="2022-12-13T11:31:54.878" v="3118" actId="478"/>
          <ac:picMkLst>
            <pc:docMk/>
            <pc:sldMk cId="1248167366" sldId="286"/>
            <ac:picMk id="12" creationId="{B9522112-5A2F-A3DF-A633-B4724D59B2E2}"/>
          </ac:picMkLst>
        </pc:picChg>
        <pc:picChg chg="add del mod">
          <ac:chgData name="潘俊宏" userId="9229848c-e55b-479f-b56d-2800539f7556" providerId="ADAL" clId="{47DB3BB7-6ECF-4A23-B6D3-4A7C9B7F4B2B}" dt="2022-12-13T11:49:18.118" v="3199" actId="478"/>
          <ac:picMkLst>
            <pc:docMk/>
            <pc:sldMk cId="1248167366" sldId="286"/>
            <ac:picMk id="13" creationId="{EA71D69A-C90F-0376-AFCF-41201764434C}"/>
          </ac:picMkLst>
        </pc:picChg>
        <pc:picChg chg="add mod">
          <ac:chgData name="潘俊宏" userId="9229848c-e55b-479f-b56d-2800539f7556" providerId="ADAL" clId="{47DB3BB7-6ECF-4A23-B6D3-4A7C9B7F4B2B}" dt="2022-12-13T11:50:38.781" v="3218" actId="14100"/>
          <ac:picMkLst>
            <pc:docMk/>
            <pc:sldMk cId="1248167366" sldId="286"/>
            <ac:picMk id="17" creationId="{AE074771-00D6-CAF4-CCD3-34479664654F}"/>
          </ac:picMkLst>
        </pc:picChg>
        <pc:picChg chg="add mod">
          <ac:chgData name="潘俊宏" userId="9229848c-e55b-479f-b56d-2800539f7556" providerId="ADAL" clId="{47DB3BB7-6ECF-4A23-B6D3-4A7C9B7F4B2B}" dt="2022-12-13T11:50:35.079" v="3217" actId="1076"/>
          <ac:picMkLst>
            <pc:docMk/>
            <pc:sldMk cId="1248167366" sldId="286"/>
            <ac:picMk id="19" creationId="{A4CBA0BB-D184-A622-C1EE-6916A0B494BC}"/>
          </ac:picMkLst>
        </pc:picChg>
        <pc:picChg chg="add mod">
          <ac:chgData name="潘俊宏" userId="9229848c-e55b-479f-b56d-2800539f7556" providerId="ADAL" clId="{47DB3BB7-6ECF-4A23-B6D3-4A7C9B7F4B2B}" dt="2022-12-13T11:50:14.492" v="3214" actId="1076"/>
          <ac:picMkLst>
            <pc:docMk/>
            <pc:sldMk cId="1248167366" sldId="286"/>
            <ac:picMk id="21" creationId="{B50CEE62-7170-1981-DD01-CAAA3B73B41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C4FFB7-7450-8F49-AE52-8A768C5CCEB0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688D1C8C-027B-0B4C-A0B4-26F3DE8B458C}">
      <dgm:prSet phldrT="[文字]"/>
      <dgm:spPr/>
      <dgm:t>
        <a:bodyPr/>
        <a:lstStyle/>
        <a:p>
          <a:r>
            <a:rPr lang="zh-TW" altLang="en-US"/>
            <a:t>找變號次數的集合</a:t>
          </a:r>
          <a:endParaRPr lang="en-US" altLang="zh-TW"/>
        </a:p>
      </dgm:t>
    </dgm:pt>
    <dgm:pt modelId="{58B6E07A-1BF3-E541-86C8-8C0169C19C14}" type="par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4A9B2D98-5C07-3C46-94C5-0A8B54D03817}" type="sib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9BEB9EBD-229D-2347-87D4-49638EFB52DF}">
      <dgm:prSet phldrT="[文字]"/>
      <dgm:spPr/>
      <dgm:t>
        <a:bodyPr/>
        <a:lstStyle/>
        <a:p>
          <a:r>
            <a:rPr lang="zh-TW" altLang="en-US"/>
            <a:t>縮減搜尋量</a:t>
          </a:r>
        </a:p>
      </dgm:t>
    </dgm:pt>
    <dgm:pt modelId="{432193B5-D266-7A48-8567-7CD52ADC63B1}" type="par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BA000241-0B54-A844-AE03-54209B90F2AF}" type="sib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C2CB11BF-F47C-2D49-89ED-2B120D180E2D}">
      <dgm:prSet phldrT="[文字]"/>
      <dgm:spPr/>
      <dgm:t>
        <a:bodyPr/>
        <a:lstStyle/>
        <a:p>
          <a:r>
            <a:rPr lang="zh-TW" altLang="en-US"/>
            <a:t>判斷</a:t>
          </a:r>
          <a:r>
            <a:rPr lang="en-US" altLang="zh-TW"/>
            <a:t>ZCP</a:t>
          </a:r>
          <a:endParaRPr lang="zh-TW" altLang="en-US"/>
        </a:p>
      </dgm:t>
    </dgm:pt>
    <dgm:pt modelId="{71BD8061-A567-1D48-A9FE-196620DA98F2}" type="par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D1082A06-762F-D147-9059-B14A9417D4A6}" type="sib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C4B06FC7-859E-144D-A41F-9DAC6E093BD0}" type="pres">
      <dgm:prSet presAssocID="{0FC4FFB7-7450-8F49-AE52-8A768C5CCEB0}" presName="Name0" presStyleCnt="0">
        <dgm:presLayoutVars>
          <dgm:dir/>
          <dgm:resizeHandles val="exact"/>
        </dgm:presLayoutVars>
      </dgm:prSet>
      <dgm:spPr/>
    </dgm:pt>
    <dgm:pt modelId="{C628DB03-F30D-234A-B4A6-0DDDE00A87F8}" type="pres">
      <dgm:prSet presAssocID="{688D1C8C-027B-0B4C-A0B4-26F3DE8B458C}" presName="node" presStyleLbl="node1" presStyleIdx="0" presStyleCnt="3">
        <dgm:presLayoutVars>
          <dgm:bulletEnabled val="1"/>
        </dgm:presLayoutVars>
      </dgm:prSet>
      <dgm:spPr/>
    </dgm:pt>
    <dgm:pt modelId="{171FAE46-8501-0B45-B987-219EC9B5E15F}" type="pres">
      <dgm:prSet presAssocID="{4A9B2D98-5C07-3C46-94C5-0A8B54D03817}" presName="sibTrans" presStyleLbl="sibTrans2D1" presStyleIdx="0" presStyleCnt="2"/>
      <dgm:spPr/>
    </dgm:pt>
    <dgm:pt modelId="{CB7B1290-0729-5949-8C7C-10F6C9B87EFC}" type="pres">
      <dgm:prSet presAssocID="{4A9B2D98-5C07-3C46-94C5-0A8B54D03817}" presName="connectorText" presStyleLbl="sibTrans2D1" presStyleIdx="0" presStyleCnt="2"/>
      <dgm:spPr/>
    </dgm:pt>
    <dgm:pt modelId="{E9005DAD-7D32-C74B-956B-D86B9E10F194}" type="pres">
      <dgm:prSet presAssocID="{9BEB9EBD-229D-2347-87D4-49638EFB52DF}" presName="node" presStyleLbl="node1" presStyleIdx="1" presStyleCnt="3">
        <dgm:presLayoutVars>
          <dgm:bulletEnabled val="1"/>
        </dgm:presLayoutVars>
      </dgm:prSet>
      <dgm:spPr/>
    </dgm:pt>
    <dgm:pt modelId="{0900089A-4F5F-C443-AD01-A006C2879366}" type="pres">
      <dgm:prSet presAssocID="{BA000241-0B54-A844-AE03-54209B90F2AF}" presName="sibTrans" presStyleLbl="sibTrans2D1" presStyleIdx="1" presStyleCnt="2"/>
      <dgm:spPr/>
    </dgm:pt>
    <dgm:pt modelId="{773248D3-B8E9-5045-A04E-551580941E0F}" type="pres">
      <dgm:prSet presAssocID="{BA000241-0B54-A844-AE03-54209B90F2AF}" presName="connectorText" presStyleLbl="sibTrans2D1" presStyleIdx="1" presStyleCnt="2"/>
      <dgm:spPr/>
    </dgm:pt>
    <dgm:pt modelId="{505B992E-11A0-1A4A-B7B4-E2F8CF5B4321}" type="pres">
      <dgm:prSet presAssocID="{C2CB11BF-F47C-2D49-89ED-2B120D180E2D}" presName="node" presStyleLbl="node1" presStyleIdx="2" presStyleCnt="3">
        <dgm:presLayoutVars>
          <dgm:bulletEnabled val="1"/>
        </dgm:presLayoutVars>
      </dgm:prSet>
      <dgm:spPr/>
    </dgm:pt>
  </dgm:ptLst>
  <dgm:cxnLst>
    <dgm:cxn modelId="{2CDB430B-AD0C-B949-85E4-D39B98A3E47F}" srcId="{0FC4FFB7-7450-8F49-AE52-8A768C5CCEB0}" destId="{9BEB9EBD-229D-2347-87D4-49638EFB52DF}" srcOrd="1" destOrd="0" parTransId="{432193B5-D266-7A48-8567-7CD52ADC63B1}" sibTransId="{BA000241-0B54-A844-AE03-54209B90F2AF}"/>
    <dgm:cxn modelId="{3ED8B114-B1A0-414A-A95A-EE1A69CA4888}" srcId="{0FC4FFB7-7450-8F49-AE52-8A768C5CCEB0}" destId="{688D1C8C-027B-0B4C-A0B4-26F3DE8B458C}" srcOrd="0" destOrd="0" parTransId="{58B6E07A-1BF3-E541-86C8-8C0169C19C14}" sibTransId="{4A9B2D98-5C07-3C46-94C5-0A8B54D03817}"/>
    <dgm:cxn modelId="{7B91BB3C-E00B-1D4E-B70C-74C38414544C}" type="presOf" srcId="{9BEB9EBD-229D-2347-87D4-49638EFB52DF}" destId="{E9005DAD-7D32-C74B-956B-D86B9E10F194}" srcOrd="0" destOrd="0" presId="urn:microsoft.com/office/officeart/2005/8/layout/process1"/>
    <dgm:cxn modelId="{89324365-EC5D-894A-AC06-07C7F67AE56B}" type="presOf" srcId="{4A9B2D98-5C07-3C46-94C5-0A8B54D03817}" destId="{171FAE46-8501-0B45-B987-219EC9B5E15F}" srcOrd="0" destOrd="0" presId="urn:microsoft.com/office/officeart/2005/8/layout/process1"/>
    <dgm:cxn modelId="{AB621C66-59A8-D948-A0CD-240A4CC8C152}" type="presOf" srcId="{BA000241-0B54-A844-AE03-54209B90F2AF}" destId="{0900089A-4F5F-C443-AD01-A006C2879366}" srcOrd="0" destOrd="0" presId="urn:microsoft.com/office/officeart/2005/8/layout/process1"/>
    <dgm:cxn modelId="{094C7A4E-B790-5B47-9780-4CD2B462FA06}" type="presOf" srcId="{BA000241-0B54-A844-AE03-54209B90F2AF}" destId="{773248D3-B8E9-5045-A04E-551580941E0F}" srcOrd="1" destOrd="0" presId="urn:microsoft.com/office/officeart/2005/8/layout/process1"/>
    <dgm:cxn modelId="{2E810080-6CDD-5647-8B39-1BBD68B9DE40}" type="presOf" srcId="{0FC4FFB7-7450-8F49-AE52-8A768C5CCEB0}" destId="{C4B06FC7-859E-144D-A41F-9DAC6E093BD0}" srcOrd="0" destOrd="0" presId="urn:microsoft.com/office/officeart/2005/8/layout/process1"/>
    <dgm:cxn modelId="{4B9A2ED2-E3A9-B149-8150-94D6247EFB56}" srcId="{0FC4FFB7-7450-8F49-AE52-8A768C5CCEB0}" destId="{C2CB11BF-F47C-2D49-89ED-2B120D180E2D}" srcOrd="2" destOrd="0" parTransId="{71BD8061-A567-1D48-A9FE-196620DA98F2}" sibTransId="{D1082A06-762F-D147-9059-B14A9417D4A6}"/>
    <dgm:cxn modelId="{3C5C0ED8-339F-9F4A-AC04-30AE248FD26C}" type="presOf" srcId="{688D1C8C-027B-0B4C-A0B4-26F3DE8B458C}" destId="{C628DB03-F30D-234A-B4A6-0DDDE00A87F8}" srcOrd="0" destOrd="0" presId="urn:microsoft.com/office/officeart/2005/8/layout/process1"/>
    <dgm:cxn modelId="{CD8AD2E0-94EA-FB41-B5B5-0D3B70E85934}" type="presOf" srcId="{C2CB11BF-F47C-2D49-89ED-2B120D180E2D}" destId="{505B992E-11A0-1A4A-B7B4-E2F8CF5B4321}" srcOrd="0" destOrd="0" presId="urn:microsoft.com/office/officeart/2005/8/layout/process1"/>
    <dgm:cxn modelId="{2038CBF8-8C7A-AA46-994D-57969110EBC8}" type="presOf" srcId="{4A9B2D98-5C07-3C46-94C5-0A8B54D03817}" destId="{CB7B1290-0729-5949-8C7C-10F6C9B87EFC}" srcOrd="1" destOrd="0" presId="urn:microsoft.com/office/officeart/2005/8/layout/process1"/>
    <dgm:cxn modelId="{8FEA15C9-96A2-404D-AEC4-1273EC8F3B70}" type="presParOf" srcId="{C4B06FC7-859E-144D-A41F-9DAC6E093BD0}" destId="{C628DB03-F30D-234A-B4A6-0DDDE00A87F8}" srcOrd="0" destOrd="0" presId="urn:microsoft.com/office/officeart/2005/8/layout/process1"/>
    <dgm:cxn modelId="{E335FF2C-CB34-5E41-833A-398EE84C921D}" type="presParOf" srcId="{C4B06FC7-859E-144D-A41F-9DAC6E093BD0}" destId="{171FAE46-8501-0B45-B987-219EC9B5E15F}" srcOrd="1" destOrd="0" presId="urn:microsoft.com/office/officeart/2005/8/layout/process1"/>
    <dgm:cxn modelId="{8BC8741C-6AA0-394B-AE0B-D62646C162C7}" type="presParOf" srcId="{171FAE46-8501-0B45-B987-219EC9B5E15F}" destId="{CB7B1290-0729-5949-8C7C-10F6C9B87EFC}" srcOrd="0" destOrd="0" presId="urn:microsoft.com/office/officeart/2005/8/layout/process1"/>
    <dgm:cxn modelId="{7094B3D5-4C31-EA42-AA66-5BB7F96C7137}" type="presParOf" srcId="{C4B06FC7-859E-144D-A41F-9DAC6E093BD0}" destId="{E9005DAD-7D32-C74B-956B-D86B9E10F194}" srcOrd="2" destOrd="0" presId="urn:microsoft.com/office/officeart/2005/8/layout/process1"/>
    <dgm:cxn modelId="{A7553647-511F-FE47-B25C-B3F9553B59F8}" type="presParOf" srcId="{C4B06FC7-859E-144D-A41F-9DAC6E093BD0}" destId="{0900089A-4F5F-C443-AD01-A006C2879366}" srcOrd="3" destOrd="0" presId="urn:microsoft.com/office/officeart/2005/8/layout/process1"/>
    <dgm:cxn modelId="{F6C27340-EB4E-6E4F-B54C-377625C17B3A}" type="presParOf" srcId="{0900089A-4F5F-C443-AD01-A006C2879366}" destId="{773248D3-B8E9-5045-A04E-551580941E0F}" srcOrd="0" destOrd="0" presId="urn:microsoft.com/office/officeart/2005/8/layout/process1"/>
    <dgm:cxn modelId="{336CD12E-14C2-EA45-97E8-2A5F7F273668}" type="presParOf" srcId="{C4B06FC7-859E-144D-A41F-9DAC6E093BD0}" destId="{505B992E-11A0-1A4A-B7B4-E2F8CF5B432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C4FFB7-7450-8F49-AE52-8A768C5CCEB0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688D1C8C-027B-0B4C-A0B4-26F3DE8B458C}">
      <dgm:prSet phldrT="[文字]"/>
      <dgm:spPr/>
      <dgm:t>
        <a:bodyPr/>
        <a:lstStyle/>
        <a:p>
          <a:r>
            <a:rPr lang="zh-TW" altLang="en-US"/>
            <a:t>找變號次數的集合</a:t>
          </a:r>
          <a:endParaRPr lang="en-US" altLang="zh-TW"/>
        </a:p>
      </dgm:t>
    </dgm:pt>
    <dgm:pt modelId="{58B6E07A-1BF3-E541-86C8-8C0169C19C14}" type="par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4A9B2D98-5C07-3C46-94C5-0A8B54D03817}" type="sib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9BEB9EBD-229D-2347-87D4-49638EFB52DF}">
      <dgm:prSet phldrT="[文字]"/>
      <dgm:spPr/>
      <dgm:t>
        <a:bodyPr/>
        <a:lstStyle/>
        <a:p>
          <a:r>
            <a:rPr lang="zh-TW" altLang="en-US"/>
            <a:t>縮減搜尋量</a:t>
          </a:r>
        </a:p>
      </dgm:t>
    </dgm:pt>
    <dgm:pt modelId="{432193B5-D266-7A48-8567-7CD52ADC63B1}" type="par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BA000241-0B54-A844-AE03-54209B90F2AF}" type="sib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C2CB11BF-F47C-2D49-89ED-2B120D180E2D}">
      <dgm:prSet phldrT="[文字]"/>
      <dgm:spPr/>
      <dgm:t>
        <a:bodyPr/>
        <a:lstStyle/>
        <a:p>
          <a:r>
            <a:rPr lang="zh-TW" altLang="en-US"/>
            <a:t>判斷</a:t>
          </a:r>
          <a:r>
            <a:rPr lang="en-US" altLang="zh-TW"/>
            <a:t>ZCP</a:t>
          </a:r>
          <a:endParaRPr lang="zh-TW" altLang="en-US"/>
        </a:p>
      </dgm:t>
    </dgm:pt>
    <dgm:pt modelId="{71BD8061-A567-1D48-A9FE-196620DA98F2}" type="par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D1082A06-762F-D147-9059-B14A9417D4A6}" type="sib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C4B06FC7-859E-144D-A41F-9DAC6E093BD0}" type="pres">
      <dgm:prSet presAssocID="{0FC4FFB7-7450-8F49-AE52-8A768C5CCEB0}" presName="Name0" presStyleCnt="0">
        <dgm:presLayoutVars>
          <dgm:dir/>
          <dgm:resizeHandles val="exact"/>
        </dgm:presLayoutVars>
      </dgm:prSet>
      <dgm:spPr/>
    </dgm:pt>
    <dgm:pt modelId="{C628DB03-F30D-234A-B4A6-0DDDE00A87F8}" type="pres">
      <dgm:prSet presAssocID="{688D1C8C-027B-0B4C-A0B4-26F3DE8B458C}" presName="node" presStyleLbl="node1" presStyleIdx="0" presStyleCnt="3">
        <dgm:presLayoutVars>
          <dgm:bulletEnabled val="1"/>
        </dgm:presLayoutVars>
      </dgm:prSet>
      <dgm:spPr/>
    </dgm:pt>
    <dgm:pt modelId="{171FAE46-8501-0B45-B987-219EC9B5E15F}" type="pres">
      <dgm:prSet presAssocID="{4A9B2D98-5C07-3C46-94C5-0A8B54D03817}" presName="sibTrans" presStyleLbl="sibTrans2D1" presStyleIdx="0" presStyleCnt="2"/>
      <dgm:spPr/>
    </dgm:pt>
    <dgm:pt modelId="{CB7B1290-0729-5949-8C7C-10F6C9B87EFC}" type="pres">
      <dgm:prSet presAssocID="{4A9B2D98-5C07-3C46-94C5-0A8B54D03817}" presName="connectorText" presStyleLbl="sibTrans2D1" presStyleIdx="0" presStyleCnt="2"/>
      <dgm:spPr/>
    </dgm:pt>
    <dgm:pt modelId="{E9005DAD-7D32-C74B-956B-D86B9E10F194}" type="pres">
      <dgm:prSet presAssocID="{9BEB9EBD-229D-2347-87D4-49638EFB52DF}" presName="node" presStyleLbl="node1" presStyleIdx="1" presStyleCnt="3">
        <dgm:presLayoutVars>
          <dgm:bulletEnabled val="1"/>
        </dgm:presLayoutVars>
      </dgm:prSet>
      <dgm:spPr/>
    </dgm:pt>
    <dgm:pt modelId="{0900089A-4F5F-C443-AD01-A006C2879366}" type="pres">
      <dgm:prSet presAssocID="{BA000241-0B54-A844-AE03-54209B90F2AF}" presName="sibTrans" presStyleLbl="sibTrans2D1" presStyleIdx="1" presStyleCnt="2"/>
      <dgm:spPr/>
    </dgm:pt>
    <dgm:pt modelId="{773248D3-B8E9-5045-A04E-551580941E0F}" type="pres">
      <dgm:prSet presAssocID="{BA000241-0B54-A844-AE03-54209B90F2AF}" presName="connectorText" presStyleLbl="sibTrans2D1" presStyleIdx="1" presStyleCnt="2"/>
      <dgm:spPr/>
    </dgm:pt>
    <dgm:pt modelId="{505B992E-11A0-1A4A-B7B4-E2F8CF5B4321}" type="pres">
      <dgm:prSet presAssocID="{C2CB11BF-F47C-2D49-89ED-2B120D180E2D}" presName="node" presStyleLbl="node1" presStyleIdx="2" presStyleCnt="3">
        <dgm:presLayoutVars>
          <dgm:bulletEnabled val="1"/>
        </dgm:presLayoutVars>
      </dgm:prSet>
      <dgm:spPr/>
    </dgm:pt>
  </dgm:ptLst>
  <dgm:cxnLst>
    <dgm:cxn modelId="{2CDB430B-AD0C-B949-85E4-D39B98A3E47F}" srcId="{0FC4FFB7-7450-8F49-AE52-8A768C5CCEB0}" destId="{9BEB9EBD-229D-2347-87D4-49638EFB52DF}" srcOrd="1" destOrd="0" parTransId="{432193B5-D266-7A48-8567-7CD52ADC63B1}" sibTransId="{BA000241-0B54-A844-AE03-54209B90F2AF}"/>
    <dgm:cxn modelId="{3ED8B114-B1A0-414A-A95A-EE1A69CA4888}" srcId="{0FC4FFB7-7450-8F49-AE52-8A768C5CCEB0}" destId="{688D1C8C-027B-0B4C-A0B4-26F3DE8B458C}" srcOrd="0" destOrd="0" parTransId="{58B6E07A-1BF3-E541-86C8-8C0169C19C14}" sibTransId="{4A9B2D98-5C07-3C46-94C5-0A8B54D03817}"/>
    <dgm:cxn modelId="{7B91BB3C-E00B-1D4E-B70C-74C38414544C}" type="presOf" srcId="{9BEB9EBD-229D-2347-87D4-49638EFB52DF}" destId="{E9005DAD-7D32-C74B-956B-D86B9E10F194}" srcOrd="0" destOrd="0" presId="urn:microsoft.com/office/officeart/2005/8/layout/process1"/>
    <dgm:cxn modelId="{89324365-EC5D-894A-AC06-07C7F67AE56B}" type="presOf" srcId="{4A9B2D98-5C07-3C46-94C5-0A8B54D03817}" destId="{171FAE46-8501-0B45-B987-219EC9B5E15F}" srcOrd="0" destOrd="0" presId="urn:microsoft.com/office/officeart/2005/8/layout/process1"/>
    <dgm:cxn modelId="{AB621C66-59A8-D948-A0CD-240A4CC8C152}" type="presOf" srcId="{BA000241-0B54-A844-AE03-54209B90F2AF}" destId="{0900089A-4F5F-C443-AD01-A006C2879366}" srcOrd="0" destOrd="0" presId="urn:microsoft.com/office/officeart/2005/8/layout/process1"/>
    <dgm:cxn modelId="{094C7A4E-B790-5B47-9780-4CD2B462FA06}" type="presOf" srcId="{BA000241-0B54-A844-AE03-54209B90F2AF}" destId="{773248D3-B8E9-5045-A04E-551580941E0F}" srcOrd="1" destOrd="0" presId="urn:microsoft.com/office/officeart/2005/8/layout/process1"/>
    <dgm:cxn modelId="{2E810080-6CDD-5647-8B39-1BBD68B9DE40}" type="presOf" srcId="{0FC4FFB7-7450-8F49-AE52-8A768C5CCEB0}" destId="{C4B06FC7-859E-144D-A41F-9DAC6E093BD0}" srcOrd="0" destOrd="0" presId="urn:microsoft.com/office/officeart/2005/8/layout/process1"/>
    <dgm:cxn modelId="{4B9A2ED2-E3A9-B149-8150-94D6247EFB56}" srcId="{0FC4FFB7-7450-8F49-AE52-8A768C5CCEB0}" destId="{C2CB11BF-F47C-2D49-89ED-2B120D180E2D}" srcOrd="2" destOrd="0" parTransId="{71BD8061-A567-1D48-A9FE-196620DA98F2}" sibTransId="{D1082A06-762F-D147-9059-B14A9417D4A6}"/>
    <dgm:cxn modelId="{3C5C0ED8-339F-9F4A-AC04-30AE248FD26C}" type="presOf" srcId="{688D1C8C-027B-0B4C-A0B4-26F3DE8B458C}" destId="{C628DB03-F30D-234A-B4A6-0DDDE00A87F8}" srcOrd="0" destOrd="0" presId="urn:microsoft.com/office/officeart/2005/8/layout/process1"/>
    <dgm:cxn modelId="{CD8AD2E0-94EA-FB41-B5B5-0D3B70E85934}" type="presOf" srcId="{C2CB11BF-F47C-2D49-89ED-2B120D180E2D}" destId="{505B992E-11A0-1A4A-B7B4-E2F8CF5B4321}" srcOrd="0" destOrd="0" presId="urn:microsoft.com/office/officeart/2005/8/layout/process1"/>
    <dgm:cxn modelId="{2038CBF8-8C7A-AA46-994D-57969110EBC8}" type="presOf" srcId="{4A9B2D98-5C07-3C46-94C5-0A8B54D03817}" destId="{CB7B1290-0729-5949-8C7C-10F6C9B87EFC}" srcOrd="1" destOrd="0" presId="urn:microsoft.com/office/officeart/2005/8/layout/process1"/>
    <dgm:cxn modelId="{8FEA15C9-96A2-404D-AEC4-1273EC8F3B70}" type="presParOf" srcId="{C4B06FC7-859E-144D-A41F-9DAC6E093BD0}" destId="{C628DB03-F30D-234A-B4A6-0DDDE00A87F8}" srcOrd="0" destOrd="0" presId="urn:microsoft.com/office/officeart/2005/8/layout/process1"/>
    <dgm:cxn modelId="{E335FF2C-CB34-5E41-833A-398EE84C921D}" type="presParOf" srcId="{C4B06FC7-859E-144D-A41F-9DAC6E093BD0}" destId="{171FAE46-8501-0B45-B987-219EC9B5E15F}" srcOrd="1" destOrd="0" presId="urn:microsoft.com/office/officeart/2005/8/layout/process1"/>
    <dgm:cxn modelId="{8BC8741C-6AA0-394B-AE0B-D62646C162C7}" type="presParOf" srcId="{171FAE46-8501-0B45-B987-219EC9B5E15F}" destId="{CB7B1290-0729-5949-8C7C-10F6C9B87EFC}" srcOrd="0" destOrd="0" presId="urn:microsoft.com/office/officeart/2005/8/layout/process1"/>
    <dgm:cxn modelId="{7094B3D5-4C31-EA42-AA66-5BB7F96C7137}" type="presParOf" srcId="{C4B06FC7-859E-144D-A41F-9DAC6E093BD0}" destId="{E9005DAD-7D32-C74B-956B-D86B9E10F194}" srcOrd="2" destOrd="0" presId="urn:microsoft.com/office/officeart/2005/8/layout/process1"/>
    <dgm:cxn modelId="{A7553647-511F-FE47-B25C-B3F9553B59F8}" type="presParOf" srcId="{C4B06FC7-859E-144D-A41F-9DAC6E093BD0}" destId="{0900089A-4F5F-C443-AD01-A006C2879366}" srcOrd="3" destOrd="0" presId="urn:microsoft.com/office/officeart/2005/8/layout/process1"/>
    <dgm:cxn modelId="{F6C27340-EB4E-6E4F-B54C-377625C17B3A}" type="presParOf" srcId="{0900089A-4F5F-C443-AD01-A006C2879366}" destId="{773248D3-B8E9-5045-A04E-551580941E0F}" srcOrd="0" destOrd="0" presId="urn:microsoft.com/office/officeart/2005/8/layout/process1"/>
    <dgm:cxn modelId="{336CD12E-14C2-EA45-97E8-2A5F7F273668}" type="presParOf" srcId="{C4B06FC7-859E-144D-A41F-9DAC6E093BD0}" destId="{505B992E-11A0-1A4A-B7B4-E2F8CF5B432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6C290E-98B1-5645-A820-5664399BC4CE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88C83CE0-C903-C742-8AF4-8B768B5EBF88}">
      <dgm:prSet phldrT="[文字]" phldr="1"/>
      <dgm:spPr>
        <a:solidFill>
          <a:schemeClr val="accent1"/>
        </a:solidFill>
      </dgm:spPr>
      <dgm:t>
        <a:bodyPr/>
        <a:lstStyle/>
        <a:p>
          <a:endParaRPr lang="zh-TW" altLang="en-US"/>
        </a:p>
      </dgm:t>
    </dgm:pt>
    <dgm:pt modelId="{4C927435-0108-7B45-9C60-C0DBE4671E2F}" type="parTrans" cxnId="{E598A7FD-5234-C240-BD76-F84C91BCA9E6}">
      <dgm:prSet/>
      <dgm:spPr/>
      <dgm:t>
        <a:bodyPr/>
        <a:lstStyle/>
        <a:p>
          <a:endParaRPr lang="zh-TW" altLang="en-US"/>
        </a:p>
      </dgm:t>
    </dgm:pt>
    <dgm:pt modelId="{D4964A94-617A-A44D-BBC8-86B8E8C500EE}" type="sibTrans" cxnId="{E598A7FD-5234-C240-BD76-F84C91BCA9E6}">
      <dgm:prSet/>
      <dgm:spPr/>
      <dgm:t>
        <a:bodyPr/>
        <a:lstStyle/>
        <a:p>
          <a:endParaRPr lang="zh-TW" altLang="en-US"/>
        </a:p>
      </dgm:t>
    </dgm:pt>
    <dgm:pt modelId="{EB52BA0B-3BC7-234D-B08D-6397C49157BF}">
      <dgm:prSet phldrT="[文字]"/>
      <dgm:spPr/>
      <dgm:t>
        <a:bodyPr/>
        <a:lstStyle/>
        <a:p>
          <a:r>
            <a:rPr lang="en-US" altLang="zh-TW"/>
            <a:t>For </a:t>
          </a:r>
          <a:r>
            <a:rPr lang="zh-TW" altLang="en-US"/>
            <a:t>全部</a:t>
          </a:r>
          <a:r>
            <a:rPr lang="zh-TW" altLang="en-US">
              <a:latin typeface="Trebuchet MS" panose="020B0603020202020204"/>
            </a:rPr>
            <a:t> </a:t>
          </a:r>
          <a:r>
            <a:rPr lang="zh-TW" altLang="en-US"/>
            <a:t>只算變號Ｋ次的</a:t>
          </a:r>
          <a:endParaRPr lang="en-US" altLang="zh-TW"/>
        </a:p>
      </dgm:t>
    </dgm:pt>
    <dgm:pt modelId="{005F9B05-8B47-3A47-9034-72CFD487407D}" type="parTrans" cxnId="{0ACC2469-AB8D-314C-8FC4-43B4F9FA8DD2}">
      <dgm:prSet/>
      <dgm:spPr/>
      <dgm:t>
        <a:bodyPr/>
        <a:lstStyle/>
        <a:p>
          <a:endParaRPr lang="zh-TW" altLang="en-US"/>
        </a:p>
      </dgm:t>
    </dgm:pt>
    <dgm:pt modelId="{D3D96F41-2946-9F48-AF30-8BF0BB169F6F}" type="sibTrans" cxnId="{0ACC2469-AB8D-314C-8FC4-43B4F9FA8DD2}">
      <dgm:prSet/>
      <dgm:spPr/>
      <dgm:t>
        <a:bodyPr/>
        <a:lstStyle/>
        <a:p>
          <a:endParaRPr lang="zh-TW" altLang="en-US"/>
        </a:p>
      </dgm:t>
    </dgm:pt>
    <dgm:pt modelId="{CBA58C25-084A-CD42-8D93-8ED911C7842A}">
      <dgm:prSet phldrT="[文字]"/>
      <dgm:spPr/>
      <dgm:t>
        <a:bodyPr/>
        <a:lstStyle/>
        <a:p>
          <a:r>
            <a:rPr lang="en-US" altLang="zh-TW" err="1"/>
            <a:t>nchoosek</a:t>
          </a:r>
          <a:r>
            <a:rPr lang="en-US" altLang="zh-TW"/>
            <a:t> </a:t>
          </a:r>
          <a:r>
            <a:rPr lang="zh-TW" altLang="en-US"/>
            <a:t>直接製造</a:t>
          </a:r>
        </a:p>
      </dgm:t>
    </dgm:pt>
    <dgm:pt modelId="{54E85764-AACC-574A-8F0D-4CAFE71D5264}" type="parTrans" cxnId="{4F303998-F7E3-1545-A0D1-706F0FA2927E}">
      <dgm:prSet/>
      <dgm:spPr/>
      <dgm:t>
        <a:bodyPr/>
        <a:lstStyle/>
        <a:p>
          <a:endParaRPr lang="zh-TW" altLang="en-US"/>
        </a:p>
      </dgm:t>
    </dgm:pt>
    <dgm:pt modelId="{6D9FA4B2-60D7-3D4E-868E-F32E422D3597}" type="sibTrans" cxnId="{4F303998-F7E3-1545-A0D1-706F0FA2927E}">
      <dgm:prSet/>
      <dgm:spPr/>
      <dgm:t>
        <a:bodyPr/>
        <a:lstStyle/>
        <a:p>
          <a:endParaRPr lang="zh-TW" altLang="en-US"/>
        </a:p>
      </dgm:t>
    </dgm:pt>
    <dgm:pt modelId="{0163907F-A136-1A44-ADBE-D749F0E550F0}" type="pres">
      <dgm:prSet presAssocID="{276C290E-98B1-5645-A820-5664399BC4C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39F2AB-DB65-624F-A7D3-F98700AD3C7D}" type="pres">
      <dgm:prSet presAssocID="{88C83CE0-C903-C742-8AF4-8B768B5EBF88}" presName="root" presStyleCnt="0"/>
      <dgm:spPr/>
    </dgm:pt>
    <dgm:pt modelId="{A0211134-1FD4-7B40-9F15-DF0CBEF858E0}" type="pres">
      <dgm:prSet presAssocID="{88C83CE0-C903-C742-8AF4-8B768B5EBF88}" presName="rootComposite" presStyleCnt="0"/>
      <dgm:spPr/>
    </dgm:pt>
    <dgm:pt modelId="{FEEE7753-3832-0F43-9315-9EFF8ADC6EBB}" type="pres">
      <dgm:prSet presAssocID="{88C83CE0-C903-C742-8AF4-8B768B5EBF88}" presName="rootText" presStyleLbl="node1" presStyleIdx="0" presStyleCnt="1" custLinFactNeighborX="-8" custLinFactNeighborY="-1100"/>
      <dgm:spPr/>
    </dgm:pt>
    <dgm:pt modelId="{2BD2D01E-C694-8C46-820E-001A1F7163A4}" type="pres">
      <dgm:prSet presAssocID="{88C83CE0-C903-C742-8AF4-8B768B5EBF88}" presName="rootConnector" presStyleLbl="node1" presStyleIdx="0" presStyleCnt="1"/>
      <dgm:spPr/>
    </dgm:pt>
    <dgm:pt modelId="{757BA7AB-3AEC-624A-B5A6-F5813B798A6B}" type="pres">
      <dgm:prSet presAssocID="{88C83CE0-C903-C742-8AF4-8B768B5EBF88}" presName="childShape" presStyleCnt="0"/>
      <dgm:spPr/>
    </dgm:pt>
    <dgm:pt modelId="{541A1B45-7C7E-41C7-A371-F89E1E928DD0}" type="pres">
      <dgm:prSet presAssocID="{005F9B05-8B47-3A47-9034-72CFD487407D}" presName="Name13" presStyleLbl="parChTrans1D2" presStyleIdx="0" presStyleCnt="2"/>
      <dgm:spPr/>
    </dgm:pt>
    <dgm:pt modelId="{9A02C182-8889-44E8-A8ED-A749FECD95E3}" type="pres">
      <dgm:prSet presAssocID="{EB52BA0B-3BC7-234D-B08D-6397C49157BF}" presName="childText" presStyleLbl="bgAcc1" presStyleIdx="0" presStyleCnt="2">
        <dgm:presLayoutVars>
          <dgm:bulletEnabled val="1"/>
        </dgm:presLayoutVars>
      </dgm:prSet>
      <dgm:spPr/>
    </dgm:pt>
    <dgm:pt modelId="{44149D40-376F-ED40-B298-61171F3C667D}" type="pres">
      <dgm:prSet presAssocID="{54E85764-AACC-574A-8F0D-4CAFE71D5264}" presName="Name13" presStyleLbl="parChTrans1D2" presStyleIdx="1" presStyleCnt="2"/>
      <dgm:spPr/>
    </dgm:pt>
    <dgm:pt modelId="{D37F1140-829C-1141-8C8A-C152D0186240}" type="pres">
      <dgm:prSet presAssocID="{CBA58C25-084A-CD42-8D93-8ED911C7842A}" presName="childText" presStyleLbl="bgAcc1" presStyleIdx="1" presStyleCnt="2" custLinFactNeighborX="1795" custLinFactNeighborY="-3569">
        <dgm:presLayoutVars>
          <dgm:bulletEnabled val="1"/>
        </dgm:presLayoutVars>
      </dgm:prSet>
      <dgm:spPr/>
    </dgm:pt>
  </dgm:ptLst>
  <dgm:cxnLst>
    <dgm:cxn modelId="{08D0E422-96F1-A54B-8AED-8278FB8FDB8F}" type="presOf" srcId="{88C83CE0-C903-C742-8AF4-8B768B5EBF88}" destId="{FEEE7753-3832-0F43-9315-9EFF8ADC6EBB}" srcOrd="0" destOrd="0" presId="urn:microsoft.com/office/officeart/2005/8/layout/hierarchy3"/>
    <dgm:cxn modelId="{EE8D5A43-148E-1646-8D98-F361EAA927DC}" type="presOf" srcId="{88C83CE0-C903-C742-8AF4-8B768B5EBF88}" destId="{2BD2D01E-C694-8C46-820E-001A1F7163A4}" srcOrd="1" destOrd="0" presId="urn:microsoft.com/office/officeart/2005/8/layout/hierarchy3"/>
    <dgm:cxn modelId="{0ACC2469-AB8D-314C-8FC4-43B4F9FA8DD2}" srcId="{88C83CE0-C903-C742-8AF4-8B768B5EBF88}" destId="{EB52BA0B-3BC7-234D-B08D-6397C49157BF}" srcOrd="0" destOrd="0" parTransId="{005F9B05-8B47-3A47-9034-72CFD487407D}" sibTransId="{D3D96F41-2946-9F48-AF30-8BF0BB169F6F}"/>
    <dgm:cxn modelId="{4F303998-F7E3-1545-A0D1-706F0FA2927E}" srcId="{88C83CE0-C903-C742-8AF4-8B768B5EBF88}" destId="{CBA58C25-084A-CD42-8D93-8ED911C7842A}" srcOrd="1" destOrd="0" parTransId="{54E85764-AACC-574A-8F0D-4CAFE71D5264}" sibTransId="{6D9FA4B2-60D7-3D4E-868E-F32E422D3597}"/>
    <dgm:cxn modelId="{C740A69D-3762-2848-98F3-5089B5832A5E}" type="presOf" srcId="{276C290E-98B1-5645-A820-5664399BC4CE}" destId="{0163907F-A136-1A44-ADBE-D749F0E550F0}" srcOrd="0" destOrd="0" presId="urn:microsoft.com/office/officeart/2005/8/layout/hierarchy3"/>
    <dgm:cxn modelId="{13547FB7-1D34-9741-9783-54D91FB3A92C}" type="presOf" srcId="{54E85764-AACC-574A-8F0D-4CAFE71D5264}" destId="{44149D40-376F-ED40-B298-61171F3C667D}" srcOrd="0" destOrd="0" presId="urn:microsoft.com/office/officeart/2005/8/layout/hierarchy3"/>
    <dgm:cxn modelId="{4FD6CBB9-DFD4-F84F-9663-DCE623566DDD}" type="presOf" srcId="{EB52BA0B-3BC7-234D-B08D-6397C49157BF}" destId="{9A02C182-8889-44E8-A8ED-A749FECD95E3}" srcOrd="0" destOrd="0" presId="urn:microsoft.com/office/officeart/2005/8/layout/hierarchy3"/>
    <dgm:cxn modelId="{541FE8BD-83EF-244A-BE2E-63BA08049FC4}" type="presOf" srcId="{CBA58C25-084A-CD42-8D93-8ED911C7842A}" destId="{D37F1140-829C-1141-8C8A-C152D0186240}" srcOrd="0" destOrd="0" presId="urn:microsoft.com/office/officeart/2005/8/layout/hierarchy3"/>
    <dgm:cxn modelId="{2458A6E7-9BBF-D942-ADBC-D46074C153B5}" type="presOf" srcId="{005F9B05-8B47-3A47-9034-72CFD487407D}" destId="{541A1B45-7C7E-41C7-A371-F89E1E928DD0}" srcOrd="0" destOrd="0" presId="urn:microsoft.com/office/officeart/2005/8/layout/hierarchy3"/>
    <dgm:cxn modelId="{E598A7FD-5234-C240-BD76-F84C91BCA9E6}" srcId="{276C290E-98B1-5645-A820-5664399BC4CE}" destId="{88C83CE0-C903-C742-8AF4-8B768B5EBF88}" srcOrd="0" destOrd="0" parTransId="{4C927435-0108-7B45-9C60-C0DBE4671E2F}" sibTransId="{D4964A94-617A-A44D-BBC8-86B8E8C500EE}"/>
    <dgm:cxn modelId="{9DA8EDB7-A8D0-8549-9A1B-32EBF142F941}" type="presParOf" srcId="{0163907F-A136-1A44-ADBE-D749F0E550F0}" destId="{6039F2AB-DB65-624F-A7D3-F98700AD3C7D}" srcOrd="0" destOrd="0" presId="urn:microsoft.com/office/officeart/2005/8/layout/hierarchy3"/>
    <dgm:cxn modelId="{ED12DCD9-10F6-DD4A-851E-E9797893F4DB}" type="presParOf" srcId="{6039F2AB-DB65-624F-A7D3-F98700AD3C7D}" destId="{A0211134-1FD4-7B40-9F15-DF0CBEF858E0}" srcOrd="0" destOrd="0" presId="urn:microsoft.com/office/officeart/2005/8/layout/hierarchy3"/>
    <dgm:cxn modelId="{DBC7E0AD-7A28-CC4D-86B2-849BF8D9F1C7}" type="presParOf" srcId="{A0211134-1FD4-7B40-9F15-DF0CBEF858E0}" destId="{FEEE7753-3832-0F43-9315-9EFF8ADC6EBB}" srcOrd="0" destOrd="0" presId="urn:microsoft.com/office/officeart/2005/8/layout/hierarchy3"/>
    <dgm:cxn modelId="{EFB26669-CF97-2344-A805-CDC08D2E6024}" type="presParOf" srcId="{A0211134-1FD4-7B40-9F15-DF0CBEF858E0}" destId="{2BD2D01E-C694-8C46-820E-001A1F7163A4}" srcOrd="1" destOrd="0" presId="urn:microsoft.com/office/officeart/2005/8/layout/hierarchy3"/>
    <dgm:cxn modelId="{42CDF6E2-E700-8F48-BB2C-D19C91E8467B}" type="presParOf" srcId="{6039F2AB-DB65-624F-A7D3-F98700AD3C7D}" destId="{757BA7AB-3AEC-624A-B5A6-F5813B798A6B}" srcOrd="1" destOrd="0" presId="urn:microsoft.com/office/officeart/2005/8/layout/hierarchy3"/>
    <dgm:cxn modelId="{7A5440A6-CEED-AB4A-A734-7911D8FE3647}" type="presParOf" srcId="{757BA7AB-3AEC-624A-B5A6-F5813B798A6B}" destId="{541A1B45-7C7E-41C7-A371-F89E1E928DD0}" srcOrd="0" destOrd="0" presId="urn:microsoft.com/office/officeart/2005/8/layout/hierarchy3"/>
    <dgm:cxn modelId="{C87C4077-A712-2546-B46D-2414E730140C}" type="presParOf" srcId="{757BA7AB-3AEC-624A-B5A6-F5813B798A6B}" destId="{9A02C182-8889-44E8-A8ED-A749FECD95E3}" srcOrd="1" destOrd="0" presId="urn:microsoft.com/office/officeart/2005/8/layout/hierarchy3"/>
    <dgm:cxn modelId="{DB259A64-631E-4246-8C60-5D5E872D856A}" type="presParOf" srcId="{757BA7AB-3AEC-624A-B5A6-F5813B798A6B}" destId="{44149D40-376F-ED40-B298-61171F3C667D}" srcOrd="2" destOrd="0" presId="urn:microsoft.com/office/officeart/2005/8/layout/hierarchy3"/>
    <dgm:cxn modelId="{E84938DD-CA26-8441-B3D6-8C40D8AC32CA}" type="presParOf" srcId="{757BA7AB-3AEC-624A-B5A6-F5813B798A6B}" destId="{D37F1140-829C-1141-8C8A-C152D018624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C4FFB7-7450-8F49-AE52-8A768C5CCEB0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688D1C8C-027B-0B4C-A0B4-26F3DE8B458C}">
      <dgm:prSet phldrT="[文字]"/>
      <dgm:spPr/>
      <dgm:t>
        <a:bodyPr/>
        <a:lstStyle/>
        <a:p>
          <a:r>
            <a:rPr lang="zh-TW" altLang="en-US"/>
            <a:t>找變號次數的集合</a:t>
          </a:r>
          <a:endParaRPr lang="en-US" altLang="zh-TW"/>
        </a:p>
      </dgm:t>
    </dgm:pt>
    <dgm:pt modelId="{58B6E07A-1BF3-E541-86C8-8C0169C19C14}" type="par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4A9B2D98-5C07-3C46-94C5-0A8B54D03817}" type="sib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9BEB9EBD-229D-2347-87D4-49638EFB52DF}">
      <dgm:prSet phldrT="[文字]"/>
      <dgm:spPr/>
      <dgm:t>
        <a:bodyPr/>
        <a:lstStyle/>
        <a:p>
          <a:r>
            <a:rPr lang="zh-TW" altLang="en-US"/>
            <a:t>縮減搜尋量</a:t>
          </a:r>
        </a:p>
      </dgm:t>
    </dgm:pt>
    <dgm:pt modelId="{432193B5-D266-7A48-8567-7CD52ADC63B1}" type="par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BA000241-0B54-A844-AE03-54209B90F2AF}" type="sib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C2CB11BF-F47C-2D49-89ED-2B120D180E2D}">
      <dgm:prSet phldrT="[文字]"/>
      <dgm:spPr/>
      <dgm:t>
        <a:bodyPr/>
        <a:lstStyle/>
        <a:p>
          <a:r>
            <a:rPr lang="zh-TW" altLang="en-US"/>
            <a:t>判斷</a:t>
          </a:r>
          <a:r>
            <a:rPr lang="en-US" altLang="zh-TW"/>
            <a:t>ZCP</a:t>
          </a:r>
          <a:endParaRPr lang="zh-TW" altLang="en-US"/>
        </a:p>
      </dgm:t>
    </dgm:pt>
    <dgm:pt modelId="{71BD8061-A567-1D48-A9FE-196620DA98F2}" type="par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D1082A06-762F-D147-9059-B14A9417D4A6}" type="sib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C4B06FC7-859E-144D-A41F-9DAC6E093BD0}" type="pres">
      <dgm:prSet presAssocID="{0FC4FFB7-7450-8F49-AE52-8A768C5CCEB0}" presName="Name0" presStyleCnt="0">
        <dgm:presLayoutVars>
          <dgm:dir/>
          <dgm:resizeHandles val="exact"/>
        </dgm:presLayoutVars>
      </dgm:prSet>
      <dgm:spPr/>
    </dgm:pt>
    <dgm:pt modelId="{C628DB03-F30D-234A-B4A6-0DDDE00A87F8}" type="pres">
      <dgm:prSet presAssocID="{688D1C8C-027B-0B4C-A0B4-26F3DE8B458C}" presName="node" presStyleLbl="node1" presStyleIdx="0" presStyleCnt="3" custLinFactNeighborX="-19093" custLinFactNeighborY="10745">
        <dgm:presLayoutVars>
          <dgm:bulletEnabled val="1"/>
        </dgm:presLayoutVars>
      </dgm:prSet>
      <dgm:spPr/>
    </dgm:pt>
    <dgm:pt modelId="{171FAE46-8501-0B45-B987-219EC9B5E15F}" type="pres">
      <dgm:prSet presAssocID="{4A9B2D98-5C07-3C46-94C5-0A8B54D03817}" presName="sibTrans" presStyleLbl="sibTrans2D1" presStyleIdx="0" presStyleCnt="2"/>
      <dgm:spPr/>
    </dgm:pt>
    <dgm:pt modelId="{CB7B1290-0729-5949-8C7C-10F6C9B87EFC}" type="pres">
      <dgm:prSet presAssocID="{4A9B2D98-5C07-3C46-94C5-0A8B54D03817}" presName="connectorText" presStyleLbl="sibTrans2D1" presStyleIdx="0" presStyleCnt="2"/>
      <dgm:spPr/>
    </dgm:pt>
    <dgm:pt modelId="{E9005DAD-7D32-C74B-956B-D86B9E10F194}" type="pres">
      <dgm:prSet presAssocID="{9BEB9EBD-229D-2347-87D4-49638EFB52DF}" presName="node" presStyleLbl="node1" presStyleIdx="1" presStyleCnt="3" custLinFactNeighborX="-18227" custLinFactNeighborY="10745">
        <dgm:presLayoutVars>
          <dgm:bulletEnabled val="1"/>
        </dgm:presLayoutVars>
      </dgm:prSet>
      <dgm:spPr/>
    </dgm:pt>
    <dgm:pt modelId="{0900089A-4F5F-C443-AD01-A006C2879366}" type="pres">
      <dgm:prSet presAssocID="{BA000241-0B54-A844-AE03-54209B90F2AF}" presName="sibTrans" presStyleLbl="sibTrans2D1" presStyleIdx="1" presStyleCnt="2"/>
      <dgm:spPr/>
    </dgm:pt>
    <dgm:pt modelId="{773248D3-B8E9-5045-A04E-551580941E0F}" type="pres">
      <dgm:prSet presAssocID="{BA000241-0B54-A844-AE03-54209B90F2AF}" presName="connectorText" presStyleLbl="sibTrans2D1" presStyleIdx="1" presStyleCnt="2"/>
      <dgm:spPr/>
    </dgm:pt>
    <dgm:pt modelId="{505B992E-11A0-1A4A-B7B4-E2F8CF5B4321}" type="pres">
      <dgm:prSet presAssocID="{C2CB11BF-F47C-2D49-89ED-2B120D180E2D}" presName="node" presStyleLbl="node1" presStyleIdx="2" presStyleCnt="3" custLinFactNeighborX="837" custLinFactNeighborY="6724">
        <dgm:presLayoutVars>
          <dgm:bulletEnabled val="1"/>
        </dgm:presLayoutVars>
      </dgm:prSet>
      <dgm:spPr/>
    </dgm:pt>
  </dgm:ptLst>
  <dgm:cxnLst>
    <dgm:cxn modelId="{2CDB430B-AD0C-B949-85E4-D39B98A3E47F}" srcId="{0FC4FFB7-7450-8F49-AE52-8A768C5CCEB0}" destId="{9BEB9EBD-229D-2347-87D4-49638EFB52DF}" srcOrd="1" destOrd="0" parTransId="{432193B5-D266-7A48-8567-7CD52ADC63B1}" sibTransId="{BA000241-0B54-A844-AE03-54209B90F2AF}"/>
    <dgm:cxn modelId="{3ED8B114-B1A0-414A-A95A-EE1A69CA4888}" srcId="{0FC4FFB7-7450-8F49-AE52-8A768C5CCEB0}" destId="{688D1C8C-027B-0B4C-A0B4-26F3DE8B458C}" srcOrd="0" destOrd="0" parTransId="{58B6E07A-1BF3-E541-86C8-8C0169C19C14}" sibTransId="{4A9B2D98-5C07-3C46-94C5-0A8B54D03817}"/>
    <dgm:cxn modelId="{7B91BB3C-E00B-1D4E-B70C-74C38414544C}" type="presOf" srcId="{9BEB9EBD-229D-2347-87D4-49638EFB52DF}" destId="{E9005DAD-7D32-C74B-956B-D86B9E10F194}" srcOrd="0" destOrd="0" presId="urn:microsoft.com/office/officeart/2005/8/layout/process1"/>
    <dgm:cxn modelId="{89324365-EC5D-894A-AC06-07C7F67AE56B}" type="presOf" srcId="{4A9B2D98-5C07-3C46-94C5-0A8B54D03817}" destId="{171FAE46-8501-0B45-B987-219EC9B5E15F}" srcOrd="0" destOrd="0" presId="urn:microsoft.com/office/officeart/2005/8/layout/process1"/>
    <dgm:cxn modelId="{AB621C66-59A8-D948-A0CD-240A4CC8C152}" type="presOf" srcId="{BA000241-0B54-A844-AE03-54209B90F2AF}" destId="{0900089A-4F5F-C443-AD01-A006C2879366}" srcOrd="0" destOrd="0" presId="urn:microsoft.com/office/officeart/2005/8/layout/process1"/>
    <dgm:cxn modelId="{094C7A4E-B790-5B47-9780-4CD2B462FA06}" type="presOf" srcId="{BA000241-0B54-A844-AE03-54209B90F2AF}" destId="{773248D3-B8E9-5045-A04E-551580941E0F}" srcOrd="1" destOrd="0" presId="urn:microsoft.com/office/officeart/2005/8/layout/process1"/>
    <dgm:cxn modelId="{2E810080-6CDD-5647-8B39-1BBD68B9DE40}" type="presOf" srcId="{0FC4FFB7-7450-8F49-AE52-8A768C5CCEB0}" destId="{C4B06FC7-859E-144D-A41F-9DAC6E093BD0}" srcOrd="0" destOrd="0" presId="urn:microsoft.com/office/officeart/2005/8/layout/process1"/>
    <dgm:cxn modelId="{4B9A2ED2-E3A9-B149-8150-94D6247EFB56}" srcId="{0FC4FFB7-7450-8F49-AE52-8A768C5CCEB0}" destId="{C2CB11BF-F47C-2D49-89ED-2B120D180E2D}" srcOrd="2" destOrd="0" parTransId="{71BD8061-A567-1D48-A9FE-196620DA98F2}" sibTransId="{D1082A06-762F-D147-9059-B14A9417D4A6}"/>
    <dgm:cxn modelId="{3C5C0ED8-339F-9F4A-AC04-30AE248FD26C}" type="presOf" srcId="{688D1C8C-027B-0B4C-A0B4-26F3DE8B458C}" destId="{C628DB03-F30D-234A-B4A6-0DDDE00A87F8}" srcOrd="0" destOrd="0" presId="urn:microsoft.com/office/officeart/2005/8/layout/process1"/>
    <dgm:cxn modelId="{CD8AD2E0-94EA-FB41-B5B5-0D3B70E85934}" type="presOf" srcId="{C2CB11BF-F47C-2D49-89ED-2B120D180E2D}" destId="{505B992E-11A0-1A4A-B7B4-E2F8CF5B4321}" srcOrd="0" destOrd="0" presId="urn:microsoft.com/office/officeart/2005/8/layout/process1"/>
    <dgm:cxn modelId="{2038CBF8-8C7A-AA46-994D-57969110EBC8}" type="presOf" srcId="{4A9B2D98-5C07-3C46-94C5-0A8B54D03817}" destId="{CB7B1290-0729-5949-8C7C-10F6C9B87EFC}" srcOrd="1" destOrd="0" presId="urn:microsoft.com/office/officeart/2005/8/layout/process1"/>
    <dgm:cxn modelId="{8FEA15C9-96A2-404D-AEC4-1273EC8F3B70}" type="presParOf" srcId="{C4B06FC7-859E-144D-A41F-9DAC6E093BD0}" destId="{C628DB03-F30D-234A-B4A6-0DDDE00A87F8}" srcOrd="0" destOrd="0" presId="urn:microsoft.com/office/officeart/2005/8/layout/process1"/>
    <dgm:cxn modelId="{E335FF2C-CB34-5E41-833A-398EE84C921D}" type="presParOf" srcId="{C4B06FC7-859E-144D-A41F-9DAC6E093BD0}" destId="{171FAE46-8501-0B45-B987-219EC9B5E15F}" srcOrd="1" destOrd="0" presId="urn:microsoft.com/office/officeart/2005/8/layout/process1"/>
    <dgm:cxn modelId="{8BC8741C-6AA0-394B-AE0B-D62646C162C7}" type="presParOf" srcId="{171FAE46-8501-0B45-B987-219EC9B5E15F}" destId="{CB7B1290-0729-5949-8C7C-10F6C9B87EFC}" srcOrd="0" destOrd="0" presId="urn:microsoft.com/office/officeart/2005/8/layout/process1"/>
    <dgm:cxn modelId="{7094B3D5-4C31-EA42-AA66-5BB7F96C7137}" type="presParOf" srcId="{C4B06FC7-859E-144D-A41F-9DAC6E093BD0}" destId="{E9005DAD-7D32-C74B-956B-D86B9E10F194}" srcOrd="2" destOrd="0" presId="urn:microsoft.com/office/officeart/2005/8/layout/process1"/>
    <dgm:cxn modelId="{A7553647-511F-FE47-B25C-B3F9553B59F8}" type="presParOf" srcId="{C4B06FC7-859E-144D-A41F-9DAC6E093BD0}" destId="{0900089A-4F5F-C443-AD01-A006C2879366}" srcOrd="3" destOrd="0" presId="urn:microsoft.com/office/officeart/2005/8/layout/process1"/>
    <dgm:cxn modelId="{F6C27340-EB4E-6E4F-B54C-377625C17B3A}" type="presParOf" srcId="{0900089A-4F5F-C443-AD01-A006C2879366}" destId="{773248D3-B8E9-5045-A04E-551580941E0F}" srcOrd="0" destOrd="0" presId="urn:microsoft.com/office/officeart/2005/8/layout/process1"/>
    <dgm:cxn modelId="{336CD12E-14C2-EA45-97E8-2A5F7F273668}" type="presParOf" srcId="{C4B06FC7-859E-144D-A41F-9DAC6E093BD0}" destId="{505B992E-11A0-1A4A-B7B4-E2F8CF5B432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8DB03-F30D-234A-B4A6-0DDDE00A87F8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找變號次數的集合</a:t>
          </a:r>
          <a:endParaRPr lang="en-US" altLang="zh-TW" sz="2500" kern="1200"/>
        </a:p>
      </dsp:txBody>
      <dsp:txXfrm>
        <a:off x="44665" y="2106299"/>
        <a:ext cx="2060143" cy="1206068"/>
      </dsp:txXfrm>
    </dsp:sp>
    <dsp:sp modelId="{171FAE46-8501-0B45-B987-219EC9B5E15F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355850" y="2550475"/>
        <a:ext cx="316861" cy="317716"/>
      </dsp:txXfrm>
    </dsp:sp>
    <dsp:sp modelId="{E9005DAD-7D32-C74B-956B-D86B9E10F194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縮減搜尋量</a:t>
          </a:r>
        </a:p>
      </dsp:txBody>
      <dsp:txXfrm>
        <a:off x="3033928" y="2106299"/>
        <a:ext cx="2060143" cy="1206068"/>
      </dsp:txXfrm>
    </dsp:sp>
    <dsp:sp modelId="{0900089A-4F5F-C443-AD01-A006C2879366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5345112" y="2550475"/>
        <a:ext cx="316861" cy="317716"/>
      </dsp:txXfrm>
    </dsp:sp>
    <dsp:sp modelId="{505B992E-11A0-1A4A-B7B4-E2F8CF5B4321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判斷</a:t>
          </a:r>
          <a:r>
            <a:rPr lang="en-US" altLang="zh-TW" sz="2500" kern="1200"/>
            <a:t>ZCP</a:t>
          </a:r>
          <a:endParaRPr lang="zh-TW" altLang="en-US" sz="2500" kern="1200"/>
        </a:p>
      </dsp:txBody>
      <dsp:txXfrm>
        <a:off x="6023190" y="2106299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8DB03-F30D-234A-B4A6-0DDDE00A87F8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找變號次數的集合</a:t>
          </a:r>
          <a:endParaRPr lang="en-US" altLang="zh-TW" sz="2500" kern="1200"/>
        </a:p>
      </dsp:txBody>
      <dsp:txXfrm>
        <a:off x="44665" y="2106299"/>
        <a:ext cx="2060143" cy="1206068"/>
      </dsp:txXfrm>
    </dsp:sp>
    <dsp:sp modelId="{171FAE46-8501-0B45-B987-219EC9B5E15F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355850" y="2550475"/>
        <a:ext cx="316861" cy="317716"/>
      </dsp:txXfrm>
    </dsp:sp>
    <dsp:sp modelId="{E9005DAD-7D32-C74B-956B-D86B9E10F194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縮減搜尋量</a:t>
          </a:r>
        </a:p>
      </dsp:txBody>
      <dsp:txXfrm>
        <a:off x="3033928" y="2106299"/>
        <a:ext cx="2060143" cy="1206068"/>
      </dsp:txXfrm>
    </dsp:sp>
    <dsp:sp modelId="{0900089A-4F5F-C443-AD01-A006C2879366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5345112" y="2550475"/>
        <a:ext cx="316861" cy="317716"/>
      </dsp:txXfrm>
    </dsp:sp>
    <dsp:sp modelId="{505B992E-11A0-1A4A-B7B4-E2F8CF5B4321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判斷</a:t>
          </a:r>
          <a:r>
            <a:rPr lang="en-US" altLang="zh-TW" sz="2500" kern="1200"/>
            <a:t>ZCP</a:t>
          </a:r>
          <a:endParaRPr lang="zh-TW" altLang="en-US" sz="2500" kern="1200"/>
        </a:p>
      </dsp:txBody>
      <dsp:txXfrm>
        <a:off x="6023190" y="2106299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E7753-3832-0F43-9315-9EFF8ADC6EBB}">
      <dsp:nvSpPr>
        <dsp:cNvPr id="0" name=""/>
        <dsp:cNvSpPr/>
      </dsp:nvSpPr>
      <dsp:spPr>
        <a:xfrm>
          <a:off x="2680329" y="0"/>
          <a:ext cx="1910065" cy="955032"/>
        </a:xfrm>
        <a:prstGeom prst="roundRect">
          <a:avLst>
            <a:gd name="adj" fmla="val 10000"/>
          </a:avLst>
        </a:prstGeom>
        <a:solidFill>
          <a:schemeClr val="accent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900" kern="1200"/>
        </a:p>
      </dsp:txBody>
      <dsp:txXfrm>
        <a:off x="2708301" y="27972"/>
        <a:ext cx="1854121" cy="899088"/>
      </dsp:txXfrm>
    </dsp:sp>
    <dsp:sp modelId="{541A1B45-7C7E-41C7-A371-F89E1E928DD0}">
      <dsp:nvSpPr>
        <dsp:cNvPr id="0" name=""/>
        <dsp:cNvSpPr/>
      </dsp:nvSpPr>
      <dsp:spPr>
        <a:xfrm>
          <a:off x="2871336" y="955032"/>
          <a:ext cx="191159" cy="7187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8763"/>
              </a:lnTo>
              <a:lnTo>
                <a:pt x="191159" y="71876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2C182-8889-44E8-A8ED-A749FECD95E3}">
      <dsp:nvSpPr>
        <dsp:cNvPr id="0" name=""/>
        <dsp:cNvSpPr/>
      </dsp:nvSpPr>
      <dsp:spPr>
        <a:xfrm>
          <a:off x="3062495" y="1196280"/>
          <a:ext cx="1528052" cy="9550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/>
            <a:t>For </a:t>
          </a:r>
          <a:r>
            <a:rPr lang="zh-TW" altLang="en-US" sz="1800" kern="1200"/>
            <a:t>全部</a:t>
          </a:r>
          <a:r>
            <a:rPr lang="zh-TW" altLang="en-US" sz="1800" kern="1200">
              <a:latin typeface="Trebuchet MS" panose="020B0603020202020204"/>
            </a:rPr>
            <a:t> </a:t>
          </a:r>
          <a:r>
            <a:rPr lang="zh-TW" altLang="en-US" sz="1800" kern="1200"/>
            <a:t>只算變號Ｋ次的</a:t>
          </a:r>
          <a:endParaRPr lang="en-US" altLang="zh-TW" sz="1800" kern="1200"/>
        </a:p>
      </dsp:txBody>
      <dsp:txXfrm>
        <a:off x="3090467" y="1224252"/>
        <a:ext cx="1472108" cy="899088"/>
      </dsp:txXfrm>
    </dsp:sp>
    <dsp:sp modelId="{44149D40-376F-ED40-B298-61171F3C667D}">
      <dsp:nvSpPr>
        <dsp:cNvPr id="0" name=""/>
        <dsp:cNvSpPr/>
      </dsp:nvSpPr>
      <dsp:spPr>
        <a:xfrm>
          <a:off x="2871336" y="955032"/>
          <a:ext cx="218587" cy="1878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469"/>
              </a:lnTo>
              <a:lnTo>
                <a:pt x="218587" y="187846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7F1140-829C-1141-8C8A-C152D0186240}">
      <dsp:nvSpPr>
        <dsp:cNvPr id="0" name=""/>
        <dsp:cNvSpPr/>
      </dsp:nvSpPr>
      <dsp:spPr>
        <a:xfrm>
          <a:off x="3089924" y="2355986"/>
          <a:ext cx="1528052" cy="9550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err="1"/>
            <a:t>nchoosek</a:t>
          </a:r>
          <a:r>
            <a:rPr lang="en-US" altLang="zh-TW" sz="1800" kern="1200"/>
            <a:t> </a:t>
          </a:r>
          <a:r>
            <a:rPr lang="zh-TW" altLang="en-US" sz="1800" kern="1200"/>
            <a:t>直接製造</a:t>
          </a:r>
        </a:p>
      </dsp:txBody>
      <dsp:txXfrm>
        <a:off x="3117896" y="2383958"/>
        <a:ext cx="1472108" cy="8990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8DB03-F30D-234A-B4A6-0DDDE00A87F8}">
      <dsp:nvSpPr>
        <dsp:cNvPr id="0" name=""/>
        <dsp:cNvSpPr/>
      </dsp:nvSpPr>
      <dsp:spPr>
        <a:xfrm>
          <a:off x="0" y="2206432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找變號次數的集合</a:t>
          </a:r>
          <a:endParaRPr lang="en-US" altLang="zh-TW" sz="2500" kern="1200"/>
        </a:p>
      </dsp:txBody>
      <dsp:txXfrm>
        <a:off x="37522" y="2243954"/>
        <a:ext cx="2060143" cy="1206068"/>
      </dsp:txXfrm>
    </dsp:sp>
    <dsp:sp modelId="{171FAE46-8501-0B45-B987-219EC9B5E15F}">
      <dsp:nvSpPr>
        <dsp:cNvPr id="0" name=""/>
        <dsp:cNvSpPr/>
      </dsp:nvSpPr>
      <dsp:spPr>
        <a:xfrm>
          <a:off x="2311574" y="2582225"/>
          <a:ext cx="37393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311574" y="2688130"/>
        <a:ext cx="261757" cy="317716"/>
      </dsp:txXfrm>
    </dsp:sp>
    <dsp:sp modelId="{E9005DAD-7D32-C74B-956B-D86B9E10F194}">
      <dsp:nvSpPr>
        <dsp:cNvPr id="0" name=""/>
        <dsp:cNvSpPr/>
      </dsp:nvSpPr>
      <dsp:spPr>
        <a:xfrm>
          <a:off x="2840733" y="2206432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縮減搜尋量</a:t>
          </a:r>
        </a:p>
      </dsp:txBody>
      <dsp:txXfrm>
        <a:off x="2878255" y="2243954"/>
        <a:ext cx="2060143" cy="1206068"/>
      </dsp:txXfrm>
    </dsp:sp>
    <dsp:sp modelId="{0900089A-4F5F-C443-AD01-A006C2879366}">
      <dsp:nvSpPr>
        <dsp:cNvPr id="0" name=""/>
        <dsp:cNvSpPr/>
      </dsp:nvSpPr>
      <dsp:spPr>
        <a:xfrm rot="21543823">
          <a:off x="5230108" y="2556219"/>
          <a:ext cx="539024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5230119" y="2663422"/>
        <a:ext cx="380166" cy="317716"/>
      </dsp:txXfrm>
    </dsp:sp>
    <dsp:sp modelId="{505B992E-11A0-1A4A-B7B4-E2F8CF5B4321}">
      <dsp:nvSpPr>
        <dsp:cNvPr id="0" name=""/>
        <dsp:cNvSpPr/>
      </dsp:nvSpPr>
      <dsp:spPr>
        <a:xfrm>
          <a:off x="5992812" y="2154919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判斷</a:t>
          </a:r>
          <a:r>
            <a:rPr lang="en-US" altLang="zh-TW" sz="2500" kern="1200"/>
            <a:t>ZCP</a:t>
          </a:r>
          <a:endParaRPr lang="zh-TW" altLang="en-US" sz="2500" kern="1200"/>
        </a:p>
      </dsp:txBody>
      <dsp:txXfrm>
        <a:off x="6030334" y="2192441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671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336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954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684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755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757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902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883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0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380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102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5407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5025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0834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1682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715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9590A-7963-E345-A38B-172276DDD387}" type="datetimeFigureOut">
              <a:rPr kumimoji="1" lang="zh-TW" altLang="en-US" smtClean="0"/>
              <a:t>2022/12/13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501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A96EB9-689D-7EF8-FED6-D92F0A120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/>
              <a:t>期中序列報告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3E67D9-E8F5-AA99-75FC-E8869CCDE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zh-TW">
                <a:ea typeface="微軟正黑體"/>
              </a:rPr>
              <a:t>N96114116 </a:t>
            </a:r>
            <a:r>
              <a:rPr kumimoji="1" lang="zh-TW" altLang="en-US">
                <a:ea typeface="微軟正黑體"/>
              </a:rPr>
              <a:t>陳冠綸</a:t>
            </a:r>
            <a:endParaRPr kumimoji="1" lang="en-US" altLang="zh-TW">
              <a:ea typeface="微軟正黑體"/>
            </a:endParaRPr>
          </a:p>
          <a:p>
            <a:r>
              <a:rPr kumimoji="1" lang="en-US" altLang="zh-TW">
                <a:ea typeface="微軟正黑體"/>
              </a:rPr>
              <a:t>N96111566 </a:t>
            </a:r>
            <a:r>
              <a:rPr kumimoji="1" lang="zh-TW" altLang="en-US">
                <a:ea typeface="微軟正黑體"/>
              </a:rPr>
              <a:t>朱柏宇</a:t>
            </a:r>
            <a:endParaRPr lang="zh-TW" altLang="en-US">
              <a:ea typeface="微軟正黑體"/>
            </a:endParaRPr>
          </a:p>
          <a:p>
            <a:r>
              <a:rPr lang="zh-TW" altLang="en-US">
                <a:ea typeface="微軟正黑體"/>
              </a:rPr>
              <a:t>N96111037 潘俊宏</a:t>
            </a:r>
          </a:p>
          <a:p>
            <a:r>
              <a:rPr lang="en-US" altLang="zh-TW">
                <a:ea typeface="微軟正黑體"/>
              </a:rPr>
              <a:t>N96111061    </a:t>
            </a:r>
            <a:r>
              <a:rPr lang="zh-TW" altLang="en-US">
                <a:ea typeface="微軟正黑體"/>
              </a:rPr>
              <a:t>楊浩</a:t>
            </a:r>
          </a:p>
        </p:txBody>
      </p:sp>
    </p:spTree>
    <p:extLst>
      <p:ext uri="{BB962C8B-B14F-4D97-AF65-F5344CB8AC3E}">
        <p14:creationId xmlns:p14="http://schemas.microsoft.com/office/powerpoint/2010/main" val="223491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35B514-D8FE-00C2-7ABC-A7CAB331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A89AE-3E98-B6C4-5432-6944B8BFA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尋找思路</a:t>
            </a:r>
            <a:endParaRPr kumimoji="1" lang="en-US" altLang="zh-TW"/>
          </a:p>
          <a:p>
            <a:r>
              <a:rPr kumimoji="1" lang="zh-TW" altLang="en-US"/>
              <a:t>加速方法</a:t>
            </a:r>
            <a:endParaRPr kumimoji="1" lang="en-US" altLang="zh-TW"/>
          </a:p>
          <a:p>
            <a:r>
              <a:rPr kumimoji="1" lang="zh-TW" altLang="en-US"/>
              <a:t>程式實作</a:t>
            </a:r>
            <a:endParaRPr kumimoji="1" lang="en-US" altLang="zh-TW"/>
          </a:p>
          <a:p>
            <a:r>
              <a:rPr kumimoji="1" lang="zh-TW" altLang="en-US"/>
              <a:t>附錄</a:t>
            </a:r>
            <a:endParaRPr kumimoji="1" lang="en-US" altLang="zh-TW"/>
          </a:p>
          <a:p>
            <a:r>
              <a:rPr kumimoji="1" lang="zh-TW" altLang="en-US"/>
              <a:t>參考文獻</a:t>
            </a:r>
            <a:endParaRPr kumimoji="1" lang="en-US" altLang="zh-TW"/>
          </a:p>
          <a:p>
            <a:endParaRPr kumimoji="1" lang="en-US" altLang="zh-TW"/>
          </a:p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88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1C244-D72D-257C-7030-8304D074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原始尋找思路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DFEDBC-4F0E-CCBB-5813-E65326162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原始的尋找方法</a:t>
            </a:r>
            <a:endParaRPr kumimoji="1" lang="en-US" altLang="zh-TW"/>
          </a:p>
          <a:p>
            <a:endParaRPr kumimoji="1" lang="en-US" altLang="zh-TW"/>
          </a:p>
          <a:p>
            <a:endParaRPr kumimoji="1" lang="en-US" altLang="zh-TW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BE755F10-044E-1667-365B-D0B027AAB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6202440"/>
              </p:ext>
            </p:extLst>
          </p:nvPr>
        </p:nvGraphicFramePr>
        <p:xfrm>
          <a:off x="1146002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41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1C244-D72D-257C-7030-8304D074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For</a:t>
            </a:r>
            <a:r>
              <a:rPr kumimoji="1" lang="zh-TW" altLang="en-US"/>
              <a:t> 全部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DFEDBC-4F0E-CCBB-5813-E65326162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原始的尋找方法</a:t>
            </a:r>
            <a:endParaRPr kumimoji="1" lang="en-US" altLang="zh-TW"/>
          </a:p>
          <a:p>
            <a:endParaRPr kumimoji="1" lang="en-US" altLang="zh-TW"/>
          </a:p>
          <a:p>
            <a:endParaRPr kumimoji="1" lang="en-US" altLang="zh-TW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BE755F10-044E-1667-365B-D0B027AAB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505343"/>
              </p:ext>
            </p:extLst>
          </p:nvPr>
        </p:nvGraphicFramePr>
        <p:xfrm>
          <a:off x="1332269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CCE31D6D-37C5-A129-8268-72C423159D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2404" y="919432"/>
            <a:ext cx="5892800" cy="40386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94C8C81-0055-D986-3369-7923BB85E4E3}"/>
              </a:ext>
            </a:extLst>
          </p:cNvPr>
          <p:cNvSpPr txBox="1"/>
          <p:nvPr/>
        </p:nvSpPr>
        <p:spPr>
          <a:xfrm>
            <a:off x="946830" y="4588700"/>
            <a:ext cx="308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利用</a:t>
            </a:r>
            <a:r>
              <a:rPr kumimoji="1" lang="en-US" altLang="zh-TW"/>
              <a:t>10</a:t>
            </a:r>
            <a:r>
              <a:rPr kumimoji="1" lang="zh-TW" altLang="en-US"/>
              <a:t>進位轉成</a:t>
            </a:r>
            <a:r>
              <a:rPr kumimoji="1" lang="en-US" altLang="zh-TW"/>
              <a:t>2</a:t>
            </a:r>
            <a:r>
              <a:rPr kumimoji="1" lang="zh-TW" altLang="en-US"/>
              <a:t>進位的方法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FB7EC2-8688-09C3-4A3B-DCC68350DCC8}"/>
              </a:ext>
            </a:extLst>
          </p:cNvPr>
          <p:cNvSpPr txBox="1"/>
          <p:nvPr/>
        </p:nvSpPr>
        <p:spPr>
          <a:xfrm>
            <a:off x="946830" y="5368548"/>
            <a:ext cx="5384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>
                <a:solidFill>
                  <a:srgbClr val="FF0000"/>
                </a:solidFill>
              </a:rPr>
              <a:t>缺點：</a:t>
            </a:r>
            <a:r>
              <a:rPr kumimoji="1" lang="en-US" altLang="zh-TW">
                <a:solidFill>
                  <a:srgbClr val="FF0000"/>
                </a:solidFill>
              </a:rPr>
              <a:t>2</a:t>
            </a:r>
            <a:r>
              <a:rPr kumimoji="1" lang="zh-TW" altLang="en-US">
                <a:solidFill>
                  <a:srgbClr val="FF0000"/>
                </a:solidFill>
              </a:rPr>
              <a:t>進位的方法造成集合太大，造成記憶體不足</a:t>
            </a:r>
          </a:p>
        </p:txBody>
      </p:sp>
    </p:spTree>
    <p:extLst>
      <p:ext uri="{BB962C8B-B14F-4D97-AF65-F5344CB8AC3E}">
        <p14:creationId xmlns:p14="http://schemas.microsoft.com/office/powerpoint/2010/main" val="299912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47F5D-4714-549B-214A-3F866D63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 </a:t>
            </a:r>
            <a:r>
              <a:rPr lang="zh-TW" altLang="en-US" sz="2400">
                <a:effectLst/>
                <a:latin typeface="MicrosoftJhengHeiRegular"/>
              </a:rPr>
              <a:t>固定</a:t>
            </a:r>
            <a:r>
              <a:rPr lang="en" altLang="zh-TW" sz="2400">
                <a:effectLst/>
                <a:latin typeface="TrebuchetMS" panose="020B0603020202020204" pitchFamily="34" charset="0"/>
              </a:rPr>
              <a:t>correlation</a:t>
            </a:r>
            <a:r>
              <a:rPr lang="zh-TW" altLang="en-US" sz="2400">
                <a:effectLst/>
                <a:latin typeface="MicrosoftJhengHeiRegular"/>
              </a:rPr>
              <a:t>值 </a:t>
            </a:r>
            <a:br>
              <a:rPr lang="zh-TW" altLang="en-US"/>
            </a:b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48858-DD2E-9499-97A4-B77C6C84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altLang="en-US">
              <a:ea typeface="微軟正黑體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1F81014-B04A-B614-AC96-7422E2E0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10" y="1116162"/>
            <a:ext cx="6341765" cy="447054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F0B52F9-FA46-85E2-3602-F952C6430EB8}"/>
              </a:ext>
            </a:extLst>
          </p:cNvPr>
          <p:cNvSpPr txBox="1"/>
          <p:nvPr/>
        </p:nvSpPr>
        <p:spPr>
          <a:xfrm>
            <a:off x="2697479" y="1349671"/>
            <a:ext cx="185737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/>
              <a:t>For all 37bit sequences</a:t>
            </a:r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603F39-6F5D-7285-8BA7-82DCE6843B22}"/>
              </a:ext>
            </a:extLst>
          </p:cNvPr>
          <p:cNvSpPr txBox="1"/>
          <p:nvPr/>
        </p:nvSpPr>
        <p:spPr>
          <a:xfrm>
            <a:off x="2023542" y="4379646"/>
            <a:ext cx="461665" cy="82530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/>
              <a:t> . . . . . </a:t>
            </a:r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B18F1E8-02ED-206F-A531-6043D376F399}"/>
              </a:ext>
            </a:extLst>
          </p:cNvPr>
          <p:cNvSpPr txBox="1"/>
          <p:nvPr/>
        </p:nvSpPr>
        <p:spPr>
          <a:xfrm>
            <a:off x="1793456" y="5204949"/>
            <a:ext cx="81885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softEdge rad="1060882"/>
          </a:effectLst>
        </p:spPr>
        <p:txBody>
          <a:bodyPr wrap="square" rtlCol="0">
            <a:spAutoFit/>
          </a:bodyPr>
          <a:lstStyle/>
          <a:p>
            <a:r>
              <a:rPr kumimoji="1" lang="en-US" altLang="zh-TW"/>
              <a:t>u = 19</a:t>
            </a:r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D47CFD-5736-E2B4-7D46-4A8F0BA3C4E5}"/>
              </a:ext>
            </a:extLst>
          </p:cNvPr>
          <p:cNvSpPr/>
          <p:nvPr/>
        </p:nvSpPr>
        <p:spPr>
          <a:xfrm>
            <a:off x="2797490" y="5208481"/>
            <a:ext cx="1657350" cy="275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D6CF96-38C5-078A-82F5-696A9E84E767}"/>
              </a:ext>
            </a:extLst>
          </p:cNvPr>
          <p:cNvSpPr/>
          <p:nvPr/>
        </p:nvSpPr>
        <p:spPr>
          <a:xfrm>
            <a:off x="2865851" y="4350909"/>
            <a:ext cx="1557337" cy="825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D117F7C-045A-C782-CF16-E8F64A55B486}"/>
              </a:ext>
            </a:extLst>
          </p:cNvPr>
          <p:cNvSpPr txBox="1"/>
          <p:nvPr/>
        </p:nvSpPr>
        <p:spPr>
          <a:xfrm>
            <a:off x="3395333" y="4402860"/>
            <a:ext cx="461665" cy="79284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/>
              <a:t>. . . . .</a:t>
            </a:r>
            <a:endParaRPr kumimoji="1"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AB6243E3-9D96-76FB-6D32-98EF9DCC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379" y="1517941"/>
            <a:ext cx="4671207" cy="3765078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1766354-4884-D4F6-8123-F4E1EA5A37F9}"/>
              </a:ext>
            </a:extLst>
          </p:cNvPr>
          <p:cNvSpPr txBox="1"/>
          <p:nvPr/>
        </p:nvSpPr>
        <p:spPr>
          <a:xfrm>
            <a:off x="1639104" y="6271551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>
                <a:solidFill>
                  <a:srgbClr val="FF0000"/>
                </a:solidFill>
              </a:rPr>
              <a:t>缺點：解太少且太慢</a:t>
            </a:r>
          </a:p>
        </p:txBody>
      </p:sp>
    </p:spTree>
    <p:extLst>
      <p:ext uri="{BB962C8B-B14F-4D97-AF65-F5344CB8AC3E}">
        <p14:creationId xmlns:p14="http://schemas.microsoft.com/office/powerpoint/2010/main" val="406160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47F5D-4714-549B-214A-3F866D63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err="1"/>
              <a:t>xcorr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48858-DD2E-9499-97A4-B77C6C84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ea typeface="微軟正黑體"/>
              </a:rPr>
              <a:t>原始的思路：使用</a:t>
            </a:r>
            <a:r>
              <a:rPr lang="en-US" altLang="zh-TW" err="1">
                <a:ea typeface="微軟正黑體"/>
              </a:rPr>
              <a:t>xcorr</a:t>
            </a:r>
            <a:endParaRPr lang="en-US" altLang="zh-TW">
              <a:ea typeface="微軟正黑體"/>
            </a:endParaRPr>
          </a:p>
          <a:p>
            <a:r>
              <a:rPr lang="zh-TW" altLang="en-US">
                <a:solidFill>
                  <a:srgbClr val="FF0000"/>
                </a:solidFill>
                <a:ea typeface="微軟正黑體"/>
              </a:rPr>
              <a:t>缺點：要同時搜全部太慢</a:t>
            </a:r>
            <a:endParaRPr lang="en-US" altLang="zh-TW">
              <a:solidFill>
                <a:srgbClr val="FF0000"/>
              </a:solidFill>
              <a:ea typeface="微軟正黑體"/>
            </a:endParaRPr>
          </a:p>
          <a:p>
            <a:pPr marL="0" indent="0">
              <a:buNone/>
            </a:pPr>
            <a:r>
              <a:rPr lang="zh-TW" altLang="en-US">
                <a:solidFill>
                  <a:srgbClr val="FF0000"/>
                </a:solidFill>
                <a:ea typeface="微軟正黑體"/>
              </a:rPr>
              <a:t>（可以用</a:t>
            </a:r>
            <a:r>
              <a:rPr lang="en-US" altLang="zh-TW" err="1">
                <a:solidFill>
                  <a:srgbClr val="FF0000"/>
                </a:solidFill>
                <a:ea typeface="微軟正黑體"/>
              </a:rPr>
              <a:t>aacf</a:t>
            </a:r>
            <a:r>
              <a:rPr lang="zh-TW" altLang="en-US">
                <a:solidFill>
                  <a:srgbClr val="FF0000"/>
                </a:solidFill>
                <a:ea typeface="微軟正黑體"/>
              </a:rPr>
              <a:t>取代）</a:t>
            </a:r>
            <a:endParaRPr lang="en-US" altLang="zh-TW">
              <a:solidFill>
                <a:srgbClr val="FF0000"/>
              </a:solidFill>
              <a:ea typeface="微軟正黑體"/>
            </a:endParaRPr>
          </a:p>
          <a:p>
            <a:pPr marL="0" indent="0">
              <a:buNone/>
            </a:pPr>
            <a:endParaRPr lang="zh-TW" altLang="en-US">
              <a:ea typeface="微軟正黑體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40DD42-40CF-E0E6-8077-8F4A938E2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17" y="990600"/>
            <a:ext cx="43053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9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內容版面配置區 14">
            <a:extLst>
              <a:ext uri="{FF2B5EF4-FFF2-40B4-BE49-F238E27FC236}">
                <a16:creationId xmlns:a16="http://schemas.microsoft.com/office/drawing/2014/main" id="{B9E762CD-8161-CF65-67A3-528FBE40E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6027"/>
              </p:ext>
            </p:extLst>
          </p:nvPr>
        </p:nvGraphicFramePr>
        <p:xfrm>
          <a:off x="-1434273" y="2387882"/>
          <a:ext cx="7271031" cy="3347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9" name="群組 18">
            <a:extLst>
              <a:ext uri="{FF2B5EF4-FFF2-40B4-BE49-F238E27FC236}">
                <a16:creationId xmlns:a16="http://schemas.microsoft.com/office/drawing/2014/main" id="{421FD6CF-94EA-E9B2-1B5D-1B962A9C002E}"/>
              </a:ext>
            </a:extLst>
          </p:cNvPr>
          <p:cNvGrpSpPr/>
          <p:nvPr/>
        </p:nvGrpSpPr>
        <p:grpSpPr>
          <a:xfrm>
            <a:off x="4132028" y="2133006"/>
            <a:ext cx="1945718" cy="3457863"/>
            <a:chOff x="5382602" y="3328416"/>
            <a:chExt cx="2077522" cy="3118884"/>
          </a:xfrm>
        </p:grpSpPr>
        <p:sp>
          <p:nvSpPr>
            <p:cNvPr id="30" name="手繪多邊形 19">
              <a:extLst>
                <a:ext uri="{FF2B5EF4-FFF2-40B4-BE49-F238E27FC236}">
                  <a16:creationId xmlns:a16="http://schemas.microsoft.com/office/drawing/2014/main" id="{B193E1D1-33D2-2BDA-CD9A-78142C9EC654}"/>
                </a:ext>
              </a:extLst>
            </p:cNvPr>
            <p:cNvSpPr/>
            <p:nvPr/>
          </p:nvSpPr>
          <p:spPr>
            <a:xfrm>
              <a:off x="5382602" y="3328416"/>
              <a:ext cx="2077522" cy="1038761"/>
            </a:xfrm>
            <a:custGeom>
              <a:avLst/>
              <a:gdLst>
                <a:gd name="connsiteX0" fmla="*/ 0 w 2077522"/>
                <a:gd name="connsiteY0" fmla="*/ 103876 h 1038761"/>
                <a:gd name="connsiteX1" fmla="*/ 103876 w 2077522"/>
                <a:gd name="connsiteY1" fmla="*/ 0 h 1038761"/>
                <a:gd name="connsiteX2" fmla="*/ 1973646 w 2077522"/>
                <a:gd name="connsiteY2" fmla="*/ 0 h 1038761"/>
                <a:gd name="connsiteX3" fmla="*/ 2077522 w 2077522"/>
                <a:gd name="connsiteY3" fmla="*/ 103876 h 1038761"/>
                <a:gd name="connsiteX4" fmla="*/ 2077522 w 2077522"/>
                <a:gd name="connsiteY4" fmla="*/ 934885 h 1038761"/>
                <a:gd name="connsiteX5" fmla="*/ 1973646 w 2077522"/>
                <a:gd name="connsiteY5" fmla="*/ 1038761 h 1038761"/>
                <a:gd name="connsiteX6" fmla="*/ 103876 w 2077522"/>
                <a:gd name="connsiteY6" fmla="*/ 1038761 h 1038761"/>
                <a:gd name="connsiteX7" fmla="*/ 0 w 2077522"/>
                <a:gd name="connsiteY7" fmla="*/ 934885 h 1038761"/>
                <a:gd name="connsiteX8" fmla="*/ 0 w 2077522"/>
                <a:gd name="connsiteY8" fmla="*/ 103876 h 103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7522" h="1038761">
                  <a:moveTo>
                    <a:pt x="0" y="103876"/>
                  </a:moveTo>
                  <a:cubicBezTo>
                    <a:pt x="0" y="46507"/>
                    <a:pt x="46507" y="0"/>
                    <a:pt x="103876" y="0"/>
                  </a:cubicBezTo>
                  <a:lnTo>
                    <a:pt x="1973646" y="0"/>
                  </a:lnTo>
                  <a:cubicBezTo>
                    <a:pt x="2031015" y="0"/>
                    <a:pt x="2077522" y="46507"/>
                    <a:pt x="2077522" y="103876"/>
                  </a:cubicBezTo>
                  <a:lnTo>
                    <a:pt x="2077522" y="934885"/>
                  </a:lnTo>
                  <a:cubicBezTo>
                    <a:pt x="2077522" y="992254"/>
                    <a:pt x="2031015" y="1038761"/>
                    <a:pt x="1973646" y="1038761"/>
                  </a:cubicBezTo>
                  <a:lnTo>
                    <a:pt x="103876" y="1038761"/>
                  </a:lnTo>
                  <a:cubicBezTo>
                    <a:pt x="46507" y="1038761"/>
                    <a:pt x="0" y="992254"/>
                    <a:pt x="0" y="934885"/>
                  </a:cubicBezTo>
                  <a:lnTo>
                    <a:pt x="0" y="10387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434" tIns="83764" rIns="110434" bIns="8376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TW" altLang="en-US" sz="4200" kern="1200"/>
            </a:p>
          </p:txBody>
        </p:sp>
        <p:sp>
          <p:nvSpPr>
            <p:cNvPr id="32" name="手繪多邊形 20">
              <a:extLst>
                <a:ext uri="{FF2B5EF4-FFF2-40B4-BE49-F238E27FC236}">
                  <a16:creationId xmlns:a16="http://schemas.microsoft.com/office/drawing/2014/main" id="{924EF28E-4E23-51A4-2C26-7CB9418CD4C9}"/>
                </a:ext>
              </a:extLst>
            </p:cNvPr>
            <p:cNvSpPr/>
            <p:nvPr/>
          </p:nvSpPr>
          <p:spPr>
            <a:xfrm>
              <a:off x="5590354" y="4367177"/>
              <a:ext cx="207752" cy="78167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81672"/>
                  </a:lnTo>
                  <a:lnTo>
                    <a:pt x="207752" y="78167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手繪多邊形 21">
              <a:extLst>
                <a:ext uri="{FF2B5EF4-FFF2-40B4-BE49-F238E27FC236}">
                  <a16:creationId xmlns:a16="http://schemas.microsoft.com/office/drawing/2014/main" id="{C44B85E0-9590-195F-CEC2-6FED8F511D4A}"/>
                </a:ext>
              </a:extLst>
            </p:cNvPr>
            <p:cNvSpPr/>
            <p:nvPr/>
          </p:nvSpPr>
          <p:spPr>
            <a:xfrm>
              <a:off x="5798106" y="4629468"/>
              <a:ext cx="1662017" cy="1038761"/>
            </a:xfrm>
            <a:custGeom>
              <a:avLst/>
              <a:gdLst>
                <a:gd name="connsiteX0" fmla="*/ 0 w 1662017"/>
                <a:gd name="connsiteY0" fmla="*/ 103876 h 1038761"/>
                <a:gd name="connsiteX1" fmla="*/ 103876 w 1662017"/>
                <a:gd name="connsiteY1" fmla="*/ 0 h 1038761"/>
                <a:gd name="connsiteX2" fmla="*/ 1558141 w 1662017"/>
                <a:gd name="connsiteY2" fmla="*/ 0 h 1038761"/>
                <a:gd name="connsiteX3" fmla="*/ 1662017 w 1662017"/>
                <a:gd name="connsiteY3" fmla="*/ 103876 h 1038761"/>
                <a:gd name="connsiteX4" fmla="*/ 1662017 w 1662017"/>
                <a:gd name="connsiteY4" fmla="*/ 934885 h 1038761"/>
                <a:gd name="connsiteX5" fmla="*/ 1558141 w 1662017"/>
                <a:gd name="connsiteY5" fmla="*/ 1038761 h 1038761"/>
                <a:gd name="connsiteX6" fmla="*/ 103876 w 1662017"/>
                <a:gd name="connsiteY6" fmla="*/ 1038761 h 1038761"/>
                <a:gd name="connsiteX7" fmla="*/ 0 w 1662017"/>
                <a:gd name="connsiteY7" fmla="*/ 934885 h 1038761"/>
                <a:gd name="connsiteX8" fmla="*/ 0 w 1662017"/>
                <a:gd name="connsiteY8" fmla="*/ 103876 h 103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2017" h="1038761">
                  <a:moveTo>
                    <a:pt x="0" y="103876"/>
                  </a:moveTo>
                  <a:cubicBezTo>
                    <a:pt x="0" y="46507"/>
                    <a:pt x="46507" y="0"/>
                    <a:pt x="103876" y="0"/>
                  </a:cubicBezTo>
                  <a:lnTo>
                    <a:pt x="1558141" y="0"/>
                  </a:lnTo>
                  <a:cubicBezTo>
                    <a:pt x="1615510" y="0"/>
                    <a:pt x="1662017" y="46507"/>
                    <a:pt x="1662017" y="103876"/>
                  </a:cubicBezTo>
                  <a:lnTo>
                    <a:pt x="1662017" y="934885"/>
                  </a:lnTo>
                  <a:cubicBezTo>
                    <a:pt x="1662017" y="992254"/>
                    <a:pt x="1615510" y="1038761"/>
                    <a:pt x="1558141" y="1038761"/>
                  </a:cubicBezTo>
                  <a:lnTo>
                    <a:pt x="103876" y="1038761"/>
                  </a:lnTo>
                  <a:cubicBezTo>
                    <a:pt x="46507" y="1038761"/>
                    <a:pt x="0" y="992254"/>
                    <a:pt x="0" y="934885"/>
                  </a:cubicBezTo>
                  <a:lnTo>
                    <a:pt x="0" y="10387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0434" tIns="83764" rIns="110434" bIns="8376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2400">
                  <a:ea typeface="微軟正黑體"/>
                </a:rPr>
                <a:t>找到奇數</a:t>
              </a:r>
              <a:r>
                <a:rPr lang="en-US" altLang="zh-TW" sz="2400">
                  <a:ea typeface="微軟正黑體"/>
                </a:rPr>
                <a:t>u</a:t>
              </a:r>
              <a:r>
                <a:rPr lang="zh-TW" altLang="en-US" sz="2400">
                  <a:ea typeface="微軟正黑體"/>
                </a:rPr>
                <a:t>的</a:t>
              </a:r>
              <a:r>
                <a:rPr lang="en-US" altLang="zh-TW" sz="2400" err="1">
                  <a:ea typeface="微軟正黑體"/>
                </a:rPr>
                <a:t>aacf</a:t>
              </a:r>
              <a:r>
                <a:rPr lang="zh-TW" altLang="en-US" sz="2400">
                  <a:ea typeface="微軟正黑體"/>
                </a:rPr>
                <a:t>為</a:t>
              </a:r>
              <a:r>
                <a:rPr lang="en-US" altLang="zh-TW" sz="2400">
                  <a:ea typeface="微軟正黑體"/>
                </a:rPr>
                <a:t>0</a:t>
              </a:r>
            </a:p>
          </p:txBody>
        </p:sp>
        <p:sp>
          <p:nvSpPr>
            <p:cNvPr id="34" name="手繪多邊形 22">
              <a:extLst>
                <a:ext uri="{FF2B5EF4-FFF2-40B4-BE49-F238E27FC236}">
                  <a16:creationId xmlns:a16="http://schemas.microsoft.com/office/drawing/2014/main" id="{BC0413D6-1353-F8B2-915E-74D8A5369D1B}"/>
                </a:ext>
              </a:extLst>
            </p:cNvPr>
            <p:cNvSpPr/>
            <p:nvPr/>
          </p:nvSpPr>
          <p:spPr>
            <a:xfrm>
              <a:off x="5590354" y="4367177"/>
              <a:ext cx="207752" cy="208012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080123"/>
                  </a:lnTo>
                  <a:lnTo>
                    <a:pt x="207752" y="208012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76647F5D-4714-549B-214A-3F866D63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06242"/>
            <a:ext cx="8596668" cy="1320800"/>
          </a:xfrm>
        </p:spPr>
        <p:txBody>
          <a:bodyPr/>
          <a:lstStyle/>
          <a:p>
            <a:r>
              <a:rPr kumimoji="1" lang="zh-TW" altLang="en-US"/>
              <a:t>加速方法</a:t>
            </a:r>
          </a:p>
        </p:txBody>
      </p:sp>
      <p:grpSp>
        <p:nvGrpSpPr>
          <p:cNvPr id="16" name="群組 18">
            <a:extLst>
              <a:ext uri="{FF2B5EF4-FFF2-40B4-BE49-F238E27FC236}">
                <a16:creationId xmlns:a16="http://schemas.microsoft.com/office/drawing/2014/main" id="{3F8F3EF3-67C9-01F7-4414-A8335D336099}"/>
              </a:ext>
            </a:extLst>
          </p:cNvPr>
          <p:cNvGrpSpPr/>
          <p:nvPr/>
        </p:nvGrpSpPr>
        <p:grpSpPr>
          <a:xfrm>
            <a:off x="7183759" y="2091215"/>
            <a:ext cx="1945718" cy="4033694"/>
            <a:chOff x="5382602" y="3328416"/>
            <a:chExt cx="2077522" cy="3638265"/>
          </a:xfrm>
        </p:grpSpPr>
        <p:sp>
          <p:nvSpPr>
            <p:cNvPr id="18" name="手繪多邊形 19">
              <a:extLst>
                <a:ext uri="{FF2B5EF4-FFF2-40B4-BE49-F238E27FC236}">
                  <a16:creationId xmlns:a16="http://schemas.microsoft.com/office/drawing/2014/main" id="{D6EFBD5A-264F-6FDA-2F54-BE1D42DE59FF}"/>
                </a:ext>
              </a:extLst>
            </p:cNvPr>
            <p:cNvSpPr/>
            <p:nvPr/>
          </p:nvSpPr>
          <p:spPr>
            <a:xfrm>
              <a:off x="5382602" y="3328416"/>
              <a:ext cx="2077522" cy="1038761"/>
            </a:xfrm>
            <a:custGeom>
              <a:avLst/>
              <a:gdLst>
                <a:gd name="connsiteX0" fmla="*/ 0 w 2077522"/>
                <a:gd name="connsiteY0" fmla="*/ 103876 h 1038761"/>
                <a:gd name="connsiteX1" fmla="*/ 103876 w 2077522"/>
                <a:gd name="connsiteY1" fmla="*/ 0 h 1038761"/>
                <a:gd name="connsiteX2" fmla="*/ 1973646 w 2077522"/>
                <a:gd name="connsiteY2" fmla="*/ 0 h 1038761"/>
                <a:gd name="connsiteX3" fmla="*/ 2077522 w 2077522"/>
                <a:gd name="connsiteY3" fmla="*/ 103876 h 1038761"/>
                <a:gd name="connsiteX4" fmla="*/ 2077522 w 2077522"/>
                <a:gd name="connsiteY4" fmla="*/ 934885 h 1038761"/>
                <a:gd name="connsiteX5" fmla="*/ 1973646 w 2077522"/>
                <a:gd name="connsiteY5" fmla="*/ 1038761 h 1038761"/>
                <a:gd name="connsiteX6" fmla="*/ 103876 w 2077522"/>
                <a:gd name="connsiteY6" fmla="*/ 1038761 h 1038761"/>
                <a:gd name="connsiteX7" fmla="*/ 0 w 2077522"/>
                <a:gd name="connsiteY7" fmla="*/ 934885 h 1038761"/>
                <a:gd name="connsiteX8" fmla="*/ 0 w 2077522"/>
                <a:gd name="connsiteY8" fmla="*/ 103876 h 103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7522" h="1038761">
                  <a:moveTo>
                    <a:pt x="0" y="103876"/>
                  </a:moveTo>
                  <a:cubicBezTo>
                    <a:pt x="0" y="46507"/>
                    <a:pt x="46507" y="0"/>
                    <a:pt x="103876" y="0"/>
                  </a:cubicBezTo>
                  <a:lnTo>
                    <a:pt x="1973646" y="0"/>
                  </a:lnTo>
                  <a:cubicBezTo>
                    <a:pt x="2031015" y="0"/>
                    <a:pt x="2077522" y="46507"/>
                    <a:pt x="2077522" y="103876"/>
                  </a:cubicBezTo>
                  <a:lnTo>
                    <a:pt x="2077522" y="934885"/>
                  </a:lnTo>
                  <a:cubicBezTo>
                    <a:pt x="2077522" y="992254"/>
                    <a:pt x="2031015" y="1038761"/>
                    <a:pt x="1973646" y="1038761"/>
                  </a:cubicBezTo>
                  <a:lnTo>
                    <a:pt x="103876" y="1038761"/>
                  </a:lnTo>
                  <a:cubicBezTo>
                    <a:pt x="46507" y="1038761"/>
                    <a:pt x="0" y="992254"/>
                    <a:pt x="0" y="934885"/>
                  </a:cubicBezTo>
                  <a:lnTo>
                    <a:pt x="0" y="10387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434" tIns="83764" rIns="110434" bIns="8376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TW" altLang="en-US" sz="4200" kern="1200"/>
            </a:p>
          </p:txBody>
        </p:sp>
        <p:sp>
          <p:nvSpPr>
            <p:cNvPr id="28" name="手繪多邊形 23">
              <a:extLst>
                <a:ext uri="{FF2B5EF4-FFF2-40B4-BE49-F238E27FC236}">
                  <a16:creationId xmlns:a16="http://schemas.microsoft.com/office/drawing/2014/main" id="{971ED488-BBFC-870E-CBD3-B94DC3665983}"/>
                </a:ext>
              </a:extLst>
            </p:cNvPr>
            <p:cNvSpPr/>
            <p:nvPr/>
          </p:nvSpPr>
          <p:spPr>
            <a:xfrm>
              <a:off x="5798106" y="5927920"/>
              <a:ext cx="1662017" cy="1038761"/>
            </a:xfrm>
            <a:custGeom>
              <a:avLst/>
              <a:gdLst>
                <a:gd name="connsiteX0" fmla="*/ 0 w 1662017"/>
                <a:gd name="connsiteY0" fmla="*/ 103876 h 1038761"/>
                <a:gd name="connsiteX1" fmla="*/ 103876 w 1662017"/>
                <a:gd name="connsiteY1" fmla="*/ 0 h 1038761"/>
                <a:gd name="connsiteX2" fmla="*/ 1558141 w 1662017"/>
                <a:gd name="connsiteY2" fmla="*/ 0 h 1038761"/>
                <a:gd name="connsiteX3" fmla="*/ 1662017 w 1662017"/>
                <a:gd name="connsiteY3" fmla="*/ 103876 h 1038761"/>
                <a:gd name="connsiteX4" fmla="*/ 1662017 w 1662017"/>
                <a:gd name="connsiteY4" fmla="*/ 934885 h 1038761"/>
                <a:gd name="connsiteX5" fmla="*/ 1558141 w 1662017"/>
                <a:gd name="connsiteY5" fmla="*/ 1038761 h 1038761"/>
                <a:gd name="connsiteX6" fmla="*/ 103876 w 1662017"/>
                <a:gd name="connsiteY6" fmla="*/ 1038761 h 1038761"/>
                <a:gd name="connsiteX7" fmla="*/ 0 w 1662017"/>
                <a:gd name="connsiteY7" fmla="*/ 934885 h 1038761"/>
                <a:gd name="connsiteX8" fmla="*/ 0 w 1662017"/>
                <a:gd name="connsiteY8" fmla="*/ 103876 h 103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2017" h="1038761">
                  <a:moveTo>
                    <a:pt x="0" y="103876"/>
                  </a:moveTo>
                  <a:cubicBezTo>
                    <a:pt x="0" y="46507"/>
                    <a:pt x="46507" y="0"/>
                    <a:pt x="103876" y="0"/>
                  </a:cubicBezTo>
                  <a:lnTo>
                    <a:pt x="1558141" y="0"/>
                  </a:lnTo>
                  <a:cubicBezTo>
                    <a:pt x="1615510" y="0"/>
                    <a:pt x="1662017" y="46507"/>
                    <a:pt x="1662017" y="103876"/>
                  </a:cubicBezTo>
                  <a:lnTo>
                    <a:pt x="1662017" y="934885"/>
                  </a:lnTo>
                  <a:cubicBezTo>
                    <a:pt x="1662017" y="992254"/>
                    <a:pt x="1615510" y="1038761"/>
                    <a:pt x="1558141" y="1038761"/>
                  </a:cubicBezTo>
                  <a:lnTo>
                    <a:pt x="103876" y="1038761"/>
                  </a:lnTo>
                  <a:cubicBezTo>
                    <a:pt x="46507" y="1038761"/>
                    <a:pt x="0" y="992254"/>
                    <a:pt x="0" y="934885"/>
                  </a:cubicBezTo>
                  <a:lnTo>
                    <a:pt x="0" y="10387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0434" tIns="83764" rIns="110434" bIns="83764" numCol="1" spcCol="1270" anchor="ctr" anchorCtr="0">
              <a:noAutofit/>
            </a:bodyPr>
            <a:lstStyle/>
            <a:p>
              <a:pPr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>
                  <a:ea typeface="微軟正黑體"/>
                </a:rPr>
                <a:t>再用C</a:t>
              </a:r>
              <a:endParaRPr lang="en-US" altLang="zh-TW" sz="2400">
                <a:ea typeface="微軟正黑體"/>
              </a:endParaRPr>
            </a:p>
            <a:p>
              <a:pPr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>
                  <a:ea typeface="微軟正黑體"/>
                </a:rPr>
                <a:t>重寫</a:t>
              </a:r>
              <a:endParaRPr lang="zh-TW" altLang="en-US" sz="2400" kern="1200">
                <a:ea typeface="微軟正黑體"/>
              </a:endParaRPr>
            </a:p>
          </p:txBody>
        </p:sp>
        <p:sp>
          <p:nvSpPr>
            <p:cNvPr id="25" name="手繪多邊形 20">
              <a:extLst>
                <a:ext uri="{FF2B5EF4-FFF2-40B4-BE49-F238E27FC236}">
                  <a16:creationId xmlns:a16="http://schemas.microsoft.com/office/drawing/2014/main" id="{4CBE57D9-DA66-E8C9-1D39-18F3111A5B92}"/>
                </a:ext>
              </a:extLst>
            </p:cNvPr>
            <p:cNvSpPr/>
            <p:nvPr/>
          </p:nvSpPr>
          <p:spPr>
            <a:xfrm>
              <a:off x="5590354" y="4367177"/>
              <a:ext cx="207752" cy="78167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81672"/>
                  </a:lnTo>
                  <a:lnTo>
                    <a:pt x="207752" y="78167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手繪多邊形 21">
              <a:extLst>
                <a:ext uri="{FF2B5EF4-FFF2-40B4-BE49-F238E27FC236}">
                  <a16:creationId xmlns:a16="http://schemas.microsoft.com/office/drawing/2014/main" id="{714D6EAB-DEAA-15E0-13E4-A83072286F6B}"/>
                </a:ext>
              </a:extLst>
            </p:cNvPr>
            <p:cNvSpPr/>
            <p:nvPr/>
          </p:nvSpPr>
          <p:spPr>
            <a:xfrm>
              <a:off x="5798106" y="4629468"/>
              <a:ext cx="1662017" cy="1038761"/>
            </a:xfrm>
            <a:custGeom>
              <a:avLst/>
              <a:gdLst>
                <a:gd name="connsiteX0" fmla="*/ 0 w 1662017"/>
                <a:gd name="connsiteY0" fmla="*/ 103876 h 1038761"/>
                <a:gd name="connsiteX1" fmla="*/ 103876 w 1662017"/>
                <a:gd name="connsiteY1" fmla="*/ 0 h 1038761"/>
                <a:gd name="connsiteX2" fmla="*/ 1558141 w 1662017"/>
                <a:gd name="connsiteY2" fmla="*/ 0 h 1038761"/>
                <a:gd name="connsiteX3" fmla="*/ 1662017 w 1662017"/>
                <a:gd name="connsiteY3" fmla="*/ 103876 h 1038761"/>
                <a:gd name="connsiteX4" fmla="*/ 1662017 w 1662017"/>
                <a:gd name="connsiteY4" fmla="*/ 934885 h 1038761"/>
                <a:gd name="connsiteX5" fmla="*/ 1558141 w 1662017"/>
                <a:gd name="connsiteY5" fmla="*/ 1038761 h 1038761"/>
                <a:gd name="connsiteX6" fmla="*/ 103876 w 1662017"/>
                <a:gd name="connsiteY6" fmla="*/ 1038761 h 1038761"/>
                <a:gd name="connsiteX7" fmla="*/ 0 w 1662017"/>
                <a:gd name="connsiteY7" fmla="*/ 934885 h 1038761"/>
                <a:gd name="connsiteX8" fmla="*/ 0 w 1662017"/>
                <a:gd name="connsiteY8" fmla="*/ 103876 h 103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2017" h="1038761">
                  <a:moveTo>
                    <a:pt x="0" y="103876"/>
                  </a:moveTo>
                  <a:cubicBezTo>
                    <a:pt x="0" y="46507"/>
                    <a:pt x="46507" y="0"/>
                    <a:pt x="103876" y="0"/>
                  </a:cubicBezTo>
                  <a:lnTo>
                    <a:pt x="1558141" y="0"/>
                  </a:lnTo>
                  <a:cubicBezTo>
                    <a:pt x="1615510" y="0"/>
                    <a:pt x="1662017" y="46507"/>
                    <a:pt x="1662017" y="103876"/>
                  </a:cubicBezTo>
                  <a:lnTo>
                    <a:pt x="1662017" y="934885"/>
                  </a:lnTo>
                  <a:cubicBezTo>
                    <a:pt x="1662017" y="992254"/>
                    <a:pt x="1615510" y="1038761"/>
                    <a:pt x="1558141" y="1038761"/>
                  </a:cubicBezTo>
                  <a:lnTo>
                    <a:pt x="103876" y="1038761"/>
                  </a:lnTo>
                  <a:cubicBezTo>
                    <a:pt x="46507" y="1038761"/>
                    <a:pt x="0" y="992254"/>
                    <a:pt x="0" y="934885"/>
                  </a:cubicBezTo>
                  <a:lnTo>
                    <a:pt x="0" y="10387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0434" tIns="83764" rIns="110434" bIns="8376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2400">
                  <a:ea typeface="微軟正黑體"/>
                </a:rPr>
                <a:t>重寫aacf</a:t>
              </a:r>
            </a:p>
          </p:txBody>
        </p:sp>
        <p:sp>
          <p:nvSpPr>
            <p:cNvPr id="27" name="手繪多邊形 22">
              <a:extLst>
                <a:ext uri="{FF2B5EF4-FFF2-40B4-BE49-F238E27FC236}">
                  <a16:creationId xmlns:a16="http://schemas.microsoft.com/office/drawing/2014/main" id="{5BAD6E5F-09BE-6AB4-E9C3-92EE90015EEE}"/>
                </a:ext>
              </a:extLst>
            </p:cNvPr>
            <p:cNvSpPr/>
            <p:nvPr/>
          </p:nvSpPr>
          <p:spPr>
            <a:xfrm>
              <a:off x="5590354" y="4367177"/>
              <a:ext cx="207752" cy="208012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080123"/>
                  </a:lnTo>
                  <a:lnTo>
                    <a:pt x="207752" y="208012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C019692E-D53C-A70B-4B23-BE43F6930DC6}"/>
              </a:ext>
            </a:extLst>
          </p:cNvPr>
          <p:cNvCxnSpPr/>
          <p:nvPr/>
        </p:nvCxnSpPr>
        <p:spPr>
          <a:xfrm>
            <a:off x="1622889" y="3592367"/>
            <a:ext cx="1587620" cy="10031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資料庫圖表 16">
            <a:extLst>
              <a:ext uri="{FF2B5EF4-FFF2-40B4-BE49-F238E27FC236}">
                <a16:creationId xmlns:a16="http://schemas.microsoft.com/office/drawing/2014/main" id="{C7014F01-CC9A-8D07-13D9-3FBC1BFE1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5841899"/>
              </p:ext>
            </p:extLst>
          </p:nvPr>
        </p:nvGraphicFramePr>
        <p:xfrm>
          <a:off x="1166897" y="-17108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9E716180-30DA-773F-EF90-9783DFBD9619}"/>
              </a:ext>
            </a:extLst>
          </p:cNvPr>
          <p:cNvCxnSpPr/>
          <p:nvPr/>
        </p:nvCxnSpPr>
        <p:spPr>
          <a:xfrm flipH="1">
            <a:off x="1621007" y="3595549"/>
            <a:ext cx="1586143" cy="995777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848169A-F037-9039-C31B-BF02F1E45DB5}"/>
              </a:ext>
            </a:extLst>
          </p:cNvPr>
          <p:cNvSpPr/>
          <p:nvPr/>
        </p:nvSpPr>
        <p:spPr>
          <a:xfrm>
            <a:off x="3936312" y="4834932"/>
            <a:ext cx="1557337" cy="825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7EDB303-2278-81D5-FE47-7E0C234783B3}"/>
              </a:ext>
            </a:extLst>
          </p:cNvPr>
          <p:cNvSpPr/>
          <p:nvPr/>
        </p:nvSpPr>
        <p:spPr>
          <a:xfrm>
            <a:off x="4132028" y="4109503"/>
            <a:ext cx="291858" cy="725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879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47F5D-4714-549B-214A-3F866D63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加速方法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48858-DD2E-9499-97A4-B77C6C84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dirty="0">
                <a:ea typeface="微軟正黑體"/>
              </a:rPr>
              <a:t>製造所需Sequence，避免全部搜尋</a:t>
            </a:r>
          </a:p>
          <a:p>
            <a:pPr lvl="1"/>
            <a:r>
              <a:rPr lang="zh-TW" altLang="en-US" dirty="0">
                <a:ea typeface="微軟正黑體"/>
              </a:rPr>
              <a:t>因為已知兩邊sequence變數總合為L - 1, 因此可以固定變號次數去尋找</a:t>
            </a:r>
          </a:p>
          <a:p>
            <a:pPr lvl="1"/>
            <a:r>
              <a:rPr lang="zh-TW" altLang="en-US" dirty="0">
                <a:ea typeface="微軟正黑體"/>
              </a:rPr>
              <a:t>使用nchoosek, e.g. nchoosek(1:1:5,2)</a:t>
            </a:r>
          </a:p>
          <a:p>
            <a:pPr lvl="1"/>
            <a:r>
              <a:rPr lang="zh-TW" altLang="en-US" dirty="0">
                <a:ea typeface="微軟正黑體"/>
              </a:rPr>
              <a:t>定下變號位置後，製造所需Sequence</a:t>
            </a:r>
            <a:endParaRPr lang="en-US" altLang="zh-TW" dirty="0">
              <a:ea typeface="微軟正黑體"/>
            </a:endParaRPr>
          </a:p>
          <a:p>
            <a:pPr lvl="1"/>
            <a:r>
              <a:rPr lang="zh-TW" altLang="en-US" dirty="0">
                <a:ea typeface="微軟正黑體"/>
              </a:rPr>
              <a:t>讀取原始碼，將一次出現全部變號組合改為一次出現一組</a:t>
            </a:r>
            <a:endParaRPr lang="en-US" altLang="zh-TW" dirty="0">
              <a:ea typeface="微軟正黑體"/>
            </a:endParaRPr>
          </a:p>
          <a:p>
            <a:pPr marL="457200" lvl="1" indent="0">
              <a:buNone/>
            </a:pPr>
            <a:r>
              <a:rPr lang="zh-TW" altLang="en-US" dirty="0">
                <a:ea typeface="微軟正黑體"/>
              </a:rPr>
              <a:t>     變號組合，解決記憶體不足問題 </a:t>
            </a:r>
          </a:p>
        </p:txBody>
      </p:sp>
      <p:pic>
        <p:nvPicPr>
          <p:cNvPr id="4" name="Picture 4" descr="A picture containing text, clock, device, gauge&#10;&#10;Description automatically generated">
            <a:extLst>
              <a:ext uri="{FF2B5EF4-FFF2-40B4-BE49-F238E27FC236}">
                <a16:creationId xmlns:a16="http://schemas.microsoft.com/office/drawing/2014/main" id="{B18DE7F6-DF11-6AF6-3E2E-11AC1E9E9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21" y="2988235"/>
            <a:ext cx="1123950" cy="351472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1C83B16-436E-1DA6-5D69-C35B0A61D08D}"/>
              </a:ext>
            </a:extLst>
          </p:cNvPr>
          <p:cNvSpPr/>
          <p:nvPr/>
        </p:nvSpPr>
        <p:spPr>
          <a:xfrm>
            <a:off x="4971676" y="2988235"/>
            <a:ext cx="1650999" cy="224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094996D-A34E-A7BB-0907-6F66E2978AA5}"/>
              </a:ext>
            </a:extLst>
          </p:cNvPr>
          <p:cNvSpPr txBox="1">
            <a:spLocks/>
          </p:cNvSpPr>
          <p:nvPr/>
        </p:nvSpPr>
        <p:spPr>
          <a:xfrm>
            <a:off x="4068233" y="4030871"/>
            <a:ext cx="2408767" cy="397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lvl="1" indent="0">
              <a:buNone/>
            </a:pP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(22.12.13</a:t>
            </a:r>
            <a:r>
              <a:rPr lang="zh-TW" altLang="en-US" sz="2000" dirty="0">
                <a:solidFill>
                  <a:srgbClr val="FF0000"/>
                </a:solidFill>
                <a:ea typeface="微軟正黑體"/>
              </a:rPr>
              <a:t>更新</a:t>
            </a: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189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0B34645E-6E27-DCA6-F437-EDB6E040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346" y="1367660"/>
            <a:ext cx="4162259" cy="547508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59B7A34-143A-AEDB-85B2-9AEC3A90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 err="1"/>
              <a:t>nchoosek</a:t>
            </a:r>
            <a:r>
              <a:rPr kumimoji="1" lang="zh-TW" altLang="en-US" dirty="0"/>
              <a:t>並產生</a:t>
            </a:r>
            <a:r>
              <a:rPr kumimoji="1" lang="en-US" altLang="zh-TW" dirty="0"/>
              <a:t>Sequence </a:t>
            </a:r>
            <a:endParaRPr kumimoji="1" lang="zh-TW" altLang="en-US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84A34235-8ACE-C795-7C52-5D6D8EB6E7B6}"/>
              </a:ext>
            </a:extLst>
          </p:cNvPr>
          <p:cNvSpPr txBox="1">
            <a:spLocks/>
          </p:cNvSpPr>
          <p:nvPr/>
        </p:nvSpPr>
        <p:spPr>
          <a:xfrm>
            <a:off x="776937" y="1367660"/>
            <a:ext cx="2945169" cy="5851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2800" dirty="0"/>
              <a:t>改寫</a:t>
            </a:r>
            <a:r>
              <a:rPr kumimoji="1" lang="en-US" altLang="zh-TW" sz="2800" dirty="0" err="1"/>
              <a:t>nchoosek</a:t>
            </a:r>
            <a:endParaRPr kumimoji="1" lang="zh-TW" altLang="en-US" sz="2800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446709C-B020-F68B-FDD8-CA56544BD88A}"/>
              </a:ext>
            </a:extLst>
          </p:cNvPr>
          <p:cNvCxnSpPr/>
          <p:nvPr/>
        </p:nvCxnSpPr>
        <p:spPr>
          <a:xfrm flipH="1">
            <a:off x="4572000" y="1659467"/>
            <a:ext cx="1667933" cy="1862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標題 1">
            <a:extLst>
              <a:ext uri="{FF2B5EF4-FFF2-40B4-BE49-F238E27FC236}">
                <a16:creationId xmlns:a16="http://schemas.microsoft.com/office/drawing/2014/main" id="{BF1F3BCA-F0C1-32E4-ECE1-02296F98740A}"/>
              </a:ext>
            </a:extLst>
          </p:cNvPr>
          <p:cNvSpPr txBox="1">
            <a:spLocks/>
          </p:cNvSpPr>
          <p:nvPr/>
        </p:nvSpPr>
        <p:spPr>
          <a:xfrm>
            <a:off x="1498600" y="3544514"/>
            <a:ext cx="3553438" cy="5745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1" lang="zh-TW" altLang="en-US" sz="2000" dirty="0">
                <a:solidFill>
                  <a:schemeClr val="tx1"/>
                </a:solidFill>
              </a:rPr>
              <a:t>迭代次數</a:t>
            </a:r>
            <a:r>
              <a:rPr kumimoji="1" lang="en-US" altLang="zh-TW" sz="2000" dirty="0">
                <a:solidFill>
                  <a:schemeClr val="tx1"/>
                </a:solidFill>
              </a:rPr>
              <a:t>1/5</a:t>
            </a:r>
            <a:r>
              <a:rPr kumimoji="1" lang="zh-TW" altLang="en-US" sz="2000" dirty="0">
                <a:solidFill>
                  <a:schemeClr val="tx1"/>
                </a:solidFill>
              </a:rPr>
              <a:t> 減少搜尋量</a:t>
            </a: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293E1266-8180-E674-A91A-95085815A567}"/>
              </a:ext>
            </a:extLst>
          </p:cNvPr>
          <p:cNvSpPr txBox="1">
            <a:spLocks/>
          </p:cNvSpPr>
          <p:nvPr/>
        </p:nvSpPr>
        <p:spPr>
          <a:xfrm>
            <a:off x="7285566" y="914088"/>
            <a:ext cx="2408767" cy="397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lvl="1" indent="0">
              <a:buNone/>
            </a:pP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(22.12.13</a:t>
            </a:r>
            <a:r>
              <a:rPr lang="zh-TW" altLang="en-US" sz="2000" dirty="0">
                <a:solidFill>
                  <a:srgbClr val="FF0000"/>
                </a:solidFill>
                <a:ea typeface="微軟正黑體"/>
              </a:rPr>
              <a:t>更新</a:t>
            </a: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55AB6C-3F40-95B4-DBAC-29C4E7B7900F}"/>
              </a:ext>
            </a:extLst>
          </p:cNvPr>
          <p:cNvSpPr/>
          <p:nvPr/>
        </p:nvSpPr>
        <p:spPr>
          <a:xfrm>
            <a:off x="6239933" y="1236133"/>
            <a:ext cx="1727200" cy="4233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771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B7A34-143A-AEDB-85B2-9AEC3A90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 err="1"/>
              <a:t>nchoosek</a:t>
            </a:r>
            <a:r>
              <a:rPr kumimoji="1" lang="zh-TW" altLang="en-US" dirty="0"/>
              <a:t>並產生</a:t>
            </a:r>
            <a:r>
              <a:rPr kumimoji="1" lang="en-US" altLang="zh-TW" dirty="0"/>
              <a:t>Sequence</a:t>
            </a:r>
            <a:endParaRPr kumimoji="1" lang="zh-TW" altLang="en-US" dirty="0"/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D33499C9-30E0-5B88-48B3-6002638EA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035" y="1921530"/>
            <a:ext cx="5112031" cy="4089949"/>
          </a:xfrm>
        </p:spPr>
      </p:pic>
      <p:pic>
        <p:nvPicPr>
          <p:cNvPr id="3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E403EDBF-6D6E-F276-B6A2-626D59A6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25" y="291295"/>
            <a:ext cx="4156956" cy="6271402"/>
          </a:xfrm>
          <a:prstGeom prst="rect">
            <a:avLst/>
          </a:prstGeom>
        </p:spPr>
      </p:pic>
      <p:sp>
        <p:nvSpPr>
          <p:cNvPr id="5" name="向右箭號 4">
            <a:extLst>
              <a:ext uri="{FF2B5EF4-FFF2-40B4-BE49-F238E27FC236}">
                <a16:creationId xmlns:a16="http://schemas.microsoft.com/office/drawing/2014/main" id="{58E91BEA-9CE3-07EA-4CC5-9A72EFED40B4}"/>
              </a:ext>
            </a:extLst>
          </p:cNvPr>
          <p:cNvSpPr/>
          <p:nvPr/>
        </p:nvSpPr>
        <p:spPr>
          <a:xfrm>
            <a:off x="5457371" y="3672114"/>
            <a:ext cx="1030515" cy="319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D095315-24A6-AB50-540B-BE7F6B274F6A}"/>
              </a:ext>
            </a:extLst>
          </p:cNvPr>
          <p:cNvSpPr txBox="1"/>
          <p:nvPr/>
        </p:nvSpPr>
        <p:spPr>
          <a:xfrm>
            <a:off x="5474551" y="32423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改寫成Ｃ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A789C234-70D8-26F5-CCCF-8B2BB0CD5393}"/>
              </a:ext>
            </a:extLst>
          </p:cNvPr>
          <p:cNvSpPr txBox="1">
            <a:spLocks/>
          </p:cNvSpPr>
          <p:nvPr/>
        </p:nvSpPr>
        <p:spPr>
          <a:xfrm>
            <a:off x="781819" y="1353746"/>
            <a:ext cx="2945169" cy="5851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2800" dirty="0"/>
              <a:t>產生</a:t>
            </a:r>
            <a:r>
              <a:rPr kumimoji="1" lang="en-US" altLang="zh-TW" sz="2800" dirty="0"/>
              <a:t>sequence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22050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47F5D-4714-549B-214A-3F866D63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加速方法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48858-DD2E-9499-97A4-B77C6C84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ea typeface="微軟正黑體"/>
              </a:rPr>
              <a:t>減少搜尋量 </a:t>
            </a:r>
          </a:p>
        </p:txBody>
      </p:sp>
      <p:pic>
        <p:nvPicPr>
          <p:cNvPr id="15" name="圖片 15">
            <a:extLst>
              <a:ext uri="{FF2B5EF4-FFF2-40B4-BE49-F238E27FC236}">
                <a16:creationId xmlns:a16="http://schemas.microsoft.com/office/drawing/2014/main" id="{1094CFCB-7EDB-0516-47F8-55DC48532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5" y="1251059"/>
            <a:ext cx="5895975" cy="1207485"/>
          </a:xfrm>
          <a:prstGeom prst="rect">
            <a:avLst/>
          </a:prstGeom>
        </p:spPr>
      </p:pic>
      <p:pic>
        <p:nvPicPr>
          <p:cNvPr id="16" name="圖片 16" descr="一張含有 文字, 填字遊戲 的圖片&#10;&#10;自動產生的描述">
            <a:extLst>
              <a:ext uri="{FF2B5EF4-FFF2-40B4-BE49-F238E27FC236}">
                <a16:creationId xmlns:a16="http://schemas.microsoft.com/office/drawing/2014/main" id="{9C2606E3-2225-FB94-E81A-B89C96CB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74" y="2458544"/>
            <a:ext cx="5895975" cy="1221176"/>
          </a:xfrm>
          <a:prstGeom prst="rect">
            <a:avLst/>
          </a:prstGeom>
        </p:spPr>
      </p:pic>
      <p:pic>
        <p:nvPicPr>
          <p:cNvPr id="17" name="圖片 17" descr="一張含有 文字, 填字遊戲 的圖片&#10;&#10;自動產生的描述">
            <a:extLst>
              <a:ext uri="{FF2B5EF4-FFF2-40B4-BE49-F238E27FC236}">
                <a16:creationId xmlns:a16="http://schemas.microsoft.com/office/drawing/2014/main" id="{174CA65B-48B0-2E25-9C60-D95E4A653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985225"/>
            <a:ext cx="5895975" cy="1221176"/>
          </a:xfrm>
          <a:prstGeom prst="rect">
            <a:avLst/>
          </a:prstGeom>
        </p:spPr>
      </p:pic>
      <p:pic>
        <p:nvPicPr>
          <p:cNvPr id="18" name="圖片 18" descr="一張含有 文字, 填字遊戲 的圖片&#10;&#10;自動產生的描述">
            <a:extLst>
              <a:ext uri="{FF2B5EF4-FFF2-40B4-BE49-F238E27FC236}">
                <a16:creationId xmlns:a16="http://schemas.microsoft.com/office/drawing/2014/main" id="{5E915376-8A3B-C5F1-C128-22BC5091B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475" y="5213950"/>
            <a:ext cx="5895975" cy="122117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A8DE914-C99D-D8F5-EE94-24F8AE9967C2}"/>
              </a:ext>
            </a:extLst>
          </p:cNvPr>
          <p:cNvSpPr txBox="1"/>
          <p:nvPr/>
        </p:nvSpPr>
        <p:spPr>
          <a:xfrm>
            <a:off x="9972222" y="2401394"/>
            <a:ext cx="187623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TW" altLang="en-US"/>
              <a:t>變號</a:t>
            </a:r>
            <a:r>
              <a:rPr kumimoji="1" lang="en-US" altLang="zh-TW"/>
              <a:t>9 11</a:t>
            </a:r>
            <a:r>
              <a:rPr kumimoji="1" lang="zh-TW" altLang="en-US"/>
              <a:t>次的</a:t>
            </a:r>
            <a:endParaRPr kumimoji="1" lang="en-US" altLang="zh-TW"/>
          </a:p>
          <a:p>
            <a:r>
              <a:rPr kumimoji="1" lang="en-US" altLang="zh-TW" err="1"/>
              <a:t>zcp</a:t>
            </a:r>
            <a:endParaRPr kumimoji="1"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B47E6B8-E24E-8B8D-D51D-806A3506A395}"/>
              </a:ext>
            </a:extLst>
          </p:cNvPr>
          <p:cNvSpPr txBox="1"/>
          <p:nvPr/>
        </p:nvSpPr>
        <p:spPr>
          <a:xfrm>
            <a:off x="9905547" y="5035635"/>
            <a:ext cx="19466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TW" altLang="en-US"/>
              <a:t>變號</a:t>
            </a:r>
            <a:r>
              <a:rPr kumimoji="1" lang="en-US" altLang="zh-TW"/>
              <a:t>10 10</a:t>
            </a:r>
            <a:r>
              <a:rPr kumimoji="1" lang="zh-TW" altLang="en-US"/>
              <a:t>次的</a:t>
            </a:r>
            <a:endParaRPr kumimoji="1" lang="en-US" altLang="zh-TW"/>
          </a:p>
          <a:p>
            <a:r>
              <a:rPr kumimoji="1" lang="en-US" altLang="zh-TW" err="1"/>
              <a:t>zcp</a:t>
            </a:r>
            <a:endParaRPr kumimoji="1"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3012B7A-56F4-2B08-8E8B-E1C54F58493A}"/>
              </a:ext>
            </a:extLst>
          </p:cNvPr>
          <p:cNvCxnSpPr/>
          <p:nvPr/>
        </p:nvCxnSpPr>
        <p:spPr>
          <a:xfrm>
            <a:off x="8934449" y="2160589"/>
            <a:ext cx="5288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EB80145-5D6F-E0A8-48D0-5D9481053669}"/>
              </a:ext>
            </a:extLst>
          </p:cNvPr>
          <p:cNvCxnSpPr/>
          <p:nvPr/>
        </p:nvCxnSpPr>
        <p:spPr>
          <a:xfrm>
            <a:off x="8934448" y="3285447"/>
            <a:ext cx="5288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90B3AEBB-DD4F-3663-76B6-89234C4AFF87}"/>
              </a:ext>
            </a:extLst>
          </p:cNvPr>
          <p:cNvCxnSpPr/>
          <p:nvPr/>
        </p:nvCxnSpPr>
        <p:spPr>
          <a:xfrm>
            <a:off x="9463313" y="2160589"/>
            <a:ext cx="0" cy="1124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BC69A64-11BE-987E-D24F-5889E2BF6533}"/>
              </a:ext>
            </a:extLst>
          </p:cNvPr>
          <p:cNvCxnSpPr/>
          <p:nvPr/>
        </p:nvCxnSpPr>
        <p:spPr>
          <a:xfrm>
            <a:off x="8894986" y="4780418"/>
            <a:ext cx="5288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43347BF-C284-DFFC-FC9A-A66F14E69312}"/>
              </a:ext>
            </a:extLst>
          </p:cNvPr>
          <p:cNvCxnSpPr/>
          <p:nvPr/>
        </p:nvCxnSpPr>
        <p:spPr>
          <a:xfrm>
            <a:off x="8894985" y="5905276"/>
            <a:ext cx="5288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66C0E656-8348-DEBB-899B-362511A8A18B}"/>
              </a:ext>
            </a:extLst>
          </p:cNvPr>
          <p:cNvCxnSpPr/>
          <p:nvPr/>
        </p:nvCxnSpPr>
        <p:spPr>
          <a:xfrm>
            <a:off x="9423850" y="4780418"/>
            <a:ext cx="0" cy="1124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1711B221-13C2-4B6C-FDF8-A4FF03BA6FB7}"/>
              </a:ext>
            </a:extLst>
          </p:cNvPr>
          <p:cNvCxnSpPr/>
          <p:nvPr/>
        </p:nvCxnSpPr>
        <p:spPr>
          <a:xfrm>
            <a:off x="9463313" y="2723018"/>
            <a:ext cx="319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D67F84BD-4810-B38E-A6A6-8C99D2A4402B}"/>
              </a:ext>
            </a:extLst>
          </p:cNvPr>
          <p:cNvCxnSpPr/>
          <p:nvPr/>
        </p:nvCxnSpPr>
        <p:spPr>
          <a:xfrm>
            <a:off x="9423850" y="5358951"/>
            <a:ext cx="319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621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08E3-8564-FCFF-B035-C8E00002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全搜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46D559-A527-AA4C-A594-22203827E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C91B09-D6EB-AD1E-6B38-1F547EDCC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78050"/>
            <a:ext cx="4774782" cy="259080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3E197D3-4EC6-679A-EC9E-866CA3AED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768" y="4786312"/>
            <a:ext cx="3009900" cy="18161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52160E5-564E-0DC7-6908-ADBE790CA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116" y="1974850"/>
            <a:ext cx="36068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15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74C40-169A-27DF-C31C-4AFBC70C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奇數位</a:t>
            </a:r>
            <a:r>
              <a:rPr kumimoji="1" lang="en-US" altLang="zh-TW"/>
              <a:t>u</a:t>
            </a:r>
            <a:r>
              <a:rPr kumimoji="1" lang="zh-TW" altLang="en-US"/>
              <a:t>的</a:t>
            </a:r>
            <a:r>
              <a:rPr kumimoji="1" lang="en-US" altLang="zh-TW" err="1"/>
              <a:t>aacf</a:t>
            </a:r>
            <a:r>
              <a:rPr kumimoji="1" lang="zh-TW" altLang="en-US"/>
              <a:t>為</a:t>
            </a:r>
            <a:r>
              <a:rPr kumimoji="1" lang="en-US" altLang="zh-TW"/>
              <a:t>0</a:t>
            </a:r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6FF1F64-E788-EFC6-A852-2C97E9903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2486" y="1633311"/>
            <a:ext cx="3619500" cy="34417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DF7B591-AFBB-3B72-0233-E667D214A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717221"/>
            <a:ext cx="5600700" cy="30607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FE32ED6-E685-31A9-505E-8AB889BD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684" y="4479737"/>
            <a:ext cx="3619500" cy="21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95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47F5D-4714-549B-214A-3F866D63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加速方法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48858-DD2E-9499-97A4-B77C6C84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dirty="0">
                <a:ea typeface="微軟正黑體"/>
              </a:rPr>
              <a:t>重寫aacf</a:t>
            </a:r>
          </a:p>
          <a:p>
            <a:pPr lvl="1"/>
            <a:r>
              <a:rPr lang="zh-TW" altLang="en-US" dirty="0">
                <a:ea typeface="微軟正黑體"/>
              </a:rPr>
              <a:t>絕對不用乘法</a:t>
            </a:r>
          </a:p>
          <a:p>
            <a:pPr lvl="1"/>
            <a:r>
              <a:rPr lang="zh-TW" altLang="en-US" dirty="0">
                <a:ea typeface="微軟正黑體"/>
              </a:rPr>
              <a:t>將兩段sequence做 == 用logical矩陣做sum</a:t>
            </a:r>
          </a:p>
          <a:p>
            <a:pPr lvl="1"/>
            <a:r>
              <a:rPr lang="zh-TW" altLang="en-US" dirty="0">
                <a:ea typeface="微軟正黑體"/>
              </a:rPr>
              <a:t>預設全部相異，所以p(c,u) = sum +sum - l-u</a:t>
            </a:r>
          </a:p>
          <a:p>
            <a:pPr lvl="1"/>
            <a:r>
              <a:rPr lang="zh-TW" altLang="en-US" dirty="0">
                <a:ea typeface="微軟正黑體"/>
              </a:rPr>
              <a:t>用c寫更快</a:t>
            </a:r>
          </a:p>
        </p:txBody>
      </p:sp>
    </p:spTree>
    <p:extLst>
      <p:ext uri="{BB962C8B-B14F-4D97-AF65-F5344CB8AC3E}">
        <p14:creationId xmlns:p14="http://schemas.microsoft.com/office/powerpoint/2010/main" val="74071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B7A34-143A-AEDB-85B2-9AEC3A90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改寫成</a:t>
            </a:r>
            <a:r>
              <a:rPr kumimoji="1" lang="en-US" altLang="zh-TW" err="1"/>
              <a:t>aacf</a:t>
            </a:r>
            <a:endParaRPr kumimoji="1" lang="zh-TW" altLang="en-US"/>
          </a:p>
        </p:txBody>
      </p:sp>
      <p:pic>
        <p:nvPicPr>
          <p:cNvPr id="4" name="Picture 4" descr="Text, letter&#10;&#10;Description automatically generated">
            <a:extLst>
              <a:ext uri="{FF2B5EF4-FFF2-40B4-BE49-F238E27FC236}">
                <a16:creationId xmlns:a16="http://schemas.microsoft.com/office/drawing/2014/main" id="{1A2A8CC6-767C-68BB-77DE-DDAD60F0B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916" y="2415050"/>
            <a:ext cx="6011209" cy="2931086"/>
          </a:xfrm>
        </p:spPr>
      </p:pic>
      <p:pic>
        <p:nvPicPr>
          <p:cNvPr id="3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4F70B323-FA5A-1C70-DB55-2E060CDAE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780" y="234512"/>
            <a:ext cx="5877465" cy="6388975"/>
          </a:xfrm>
          <a:prstGeom prst="rect">
            <a:avLst/>
          </a:prstGeom>
        </p:spPr>
      </p:pic>
      <p:sp>
        <p:nvSpPr>
          <p:cNvPr id="6" name="向右箭號 5">
            <a:extLst>
              <a:ext uri="{FF2B5EF4-FFF2-40B4-BE49-F238E27FC236}">
                <a16:creationId xmlns:a16="http://schemas.microsoft.com/office/drawing/2014/main" id="{F3BA37C6-4E94-E9E0-2829-3FC4B701070E}"/>
              </a:ext>
            </a:extLst>
          </p:cNvPr>
          <p:cNvSpPr/>
          <p:nvPr/>
        </p:nvSpPr>
        <p:spPr>
          <a:xfrm>
            <a:off x="5094514" y="2960914"/>
            <a:ext cx="1001486" cy="333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5BF895-E4E6-25BF-5B76-4313E79FD38D}"/>
              </a:ext>
            </a:extLst>
          </p:cNvPr>
          <p:cNvSpPr txBox="1"/>
          <p:nvPr/>
        </p:nvSpPr>
        <p:spPr>
          <a:xfrm>
            <a:off x="5041259" y="25915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改寫成Ｃ</a:t>
            </a:r>
          </a:p>
        </p:txBody>
      </p:sp>
    </p:spTree>
    <p:extLst>
      <p:ext uri="{BB962C8B-B14F-4D97-AF65-F5344CB8AC3E}">
        <p14:creationId xmlns:p14="http://schemas.microsoft.com/office/powerpoint/2010/main" val="150733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2C49F-37B3-D60E-C2BB-44A2B931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補充加速方法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DC6D18EA-C17F-376E-2407-C0ED145D8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647" y="2463800"/>
            <a:ext cx="6807200" cy="3556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628E992-1FB3-871E-9786-CF04DBC9EE35}"/>
              </a:ext>
            </a:extLst>
          </p:cNvPr>
          <p:cNvSpPr txBox="1"/>
          <p:nvPr/>
        </p:nvSpPr>
        <p:spPr>
          <a:xfrm>
            <a:off x="1296647" y="1976148"/>
            <a:ext cx="220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利用</a:t>
            </a:r>
            <a:r>
              <a:rPr kumimoji="1" lang="en-US" altLang="zh-TW" err="1"/>
              <a:t>parfor</a:t>
            </a:r>
            <a:r>
              <a:rPr kumimoji="1" lang="zh-TW" altLang="en-US"/>
              <a:t>加速運算</a:t>
            </a:r>
          </a:p>
        </p:txBody>
      </p:sp>
    </p:spTree>
    <p:extLst>
      <p:ext uri="{BB962C8B-B14F-4D97-AF65-F5344CB8AC3E}">
        <p14:creationId xmlns:p14="http://schemas.microsoft.com/office/powerpoint/2010/main" val="3867695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2C49F-37B3-D60E-C2BB-44A2B931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成果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75F9A2-6E4D-8906-E291-5BEFEBCA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777"/>
            <a:ext cx="8596668" cy="3880773"/>
          </a:xfrm>
        </p:spPr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0227DD5D-5176-B63B-FE8D-5BFE479DA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097267"/>
              </p:ext>
            </p:extLst>
          </p:nvPr>
        </p:nvGraphicFramePr>
        <p:xfrm>
          <a:off x="618066" y="1372450"/>
          <a:ext cx="10160995" cy="298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77">
                  <a:extLst>
                    <a:ext uri="{9D8B030D-6E8A-4147-A177-3AD203B41FA5}">
                      <a16:colId xmlns:a16="http://schemas.microsoft.com/office/drawing/2014/main" val="1879988612"/>
                    </a:ext>
                  </a:extLst>
                </a:gridCol>
                <a:gridCol w="862938">
                  <a:extLst>
                    <a:ext uri="{9D8B030D-6E8A-4147-A177-3AD203B41FA5}">
                      <a16:colId xmlns:a16="http://schemas.microsoft.com/office/drawing/2014/main" val="2633344505"/>
                    </a:ext>
                  </a:extLst>
                </a:gridCol>
                <a:gridCol w="7833678">
                  <a:extLst>
                    <a:ext uri="{9D8B030D-6E8A-4147-A177-3AD203B41FA5}">
                      <a16:colId xmlns:a16="http://schemas.microsoft.com/office/drawing/2014/main" val="2187234196"/>
                    </a:ext>
                  </a:extLst>
                </a:gridCol>
                <a:gridCol w="911502">
                  <a:extLst>
                    <a:ext uri="{9D8B030D-6E8A-4147-A177-3AD203B41FA5}">
                      <a16:colId xmlns:a16="http://schemas.microsoft.com/office/drawing/2014/main" val="395860420"/>
                    </a:ext>
                  </a:extLst>
                </a:gridCol>
              </a:tblGrid>
              <a:tr h="275526">
                <a:tc>
                  <a:txBody>
                    <a:bodyPr/>
                    <a:lstStyle/>
                    <a:p>
                      <a:r>
                        <a:rPr lang="en-US" altLang="zh-TW" dirty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Z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Sequence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PAPR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97511"/>
                  </a:ext>
                </a:extLst>
              </a:tr>
              <a:tr h="201869">
                <a:tc>
                  <a:txBody>
                    <a:bodyPr/>
                    <a:lstStyle/>
                    <a:p>
                      <a:r>
                        <a:rPr lang="en-US" altLang="zh-TW" dirty="0"/>
                        <a:t>41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+-+-- +-+-- --++- +++++ --+-+ ---++ -+--- --+++ +</a:t>
                      </a:r>
                    </a:p>
                    <a:p>
                      <a:r>
                        <a:rPr lang="en-US" altLang="zh-TW" dirty="0"/>
                        <a:t>+-++- -+--- +---- --++- ---++ -+-+- --+-- -++-- +                       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ea typeface="微軟正黑體"/>
                        </a:rPr>
                        <a:t>(22.12.13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ea typeface="微軟正黑體"/>
                        </a:rPr>
                        <a:t>更新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ea typeface="微軟正黑體"/>
                        </a:rPr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2.8543</a:t>
                      </a:r>
                    </a:p>
                    <a:p>
                      <a:r>
                        <a:rPr lang="en-US" altLang="zh-TW" dirty="0"/>
                        <a:t>4.1219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36531"/>
                  </a:ext>
                </a:extLst>
              </a:tr>
              <a:tr h="701248">
                <a:tc>
                  <a:txBody>
                    <a:bodyPr/>
                    <a:lstStyle/>
                    <a:p>
                      <a:r>
                        <a:rPr lang="en-US" altLang="zh-TW" dirty="0"/>
                        <a:t>37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+-+--  -+++- ++---  -+--+ ++-+- -+++- ++-++ ++</a:t>
                      </a:r>
                    </a:p>
                    <a:p>
                      <a:r>
                        <a:rPr lang="en-US" altLang="zh-TW" dirty="0"/>
                        <a:t>+-+-+ ++++- ++-++ -----  +--++ +---+  -+---  -+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2.7297</a:t>
                      </a:r>
                    </a:p>
                    <a:p>
                      <a:r>
                        <a:rPr lang="en-US" altLang="zh-TW" dirty="0"/>
                        <a:t>2.9828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45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---+- +-++- ----+ +---+ +--+- +--++ +++++ -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-+--- ---++ -+-++ --+-- ++--- --++- +-+-+ 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2.664</a:t>
                      </a:r>
                    </a:p>
                    <a:p>
                      <a:r>
                        <a:rPr lang="en-US" altLang="zh-TW" dirty="0"/>
                        <a:t>2.667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22063"/>
                  </a:ext>
                </a:extLst>
              </a:tr>
              <a:tr h="353271">
                <a:tc>
                  <a:txBody>
                    <a:bodyPr/>
                    <a:lstStyle/>
                    <a:p>
                      <a:r>
                        <a:rPr lang="en-US" altLang="zh-TW" dirty="0"/>
                        <a:t>34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zh-TW" dirty="0"/>
                        <a:t>----- +---+ -+--+ --+++ +-++- --+-- +-++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zh-TW" dirty="0"/>
                        <a:t>-+-+- --+-- ---++ +--+- +++-- +---+ +++-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3.084</a:t>
                      </a:r>
                    </a:p>
                    <a:p>
                      <a:r>
                        <a:rPr lang="en-US" altLang="zh-TW" dirty="0"/>
                        <a:t>3.086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097832"/>
                  </a:ext>
                </a:extLst>
              </a:tr>
            </a:tbl>
          </a:graphicData>
        </a:graphic>
      </p:graphicFrame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1337FB-C4BE-F463-1925-5A70CE36EC61}"/>
              </a:ext>
            </a:extLst>
          </p:cNvPr>
          <p:cNvSpPr txBox="1">
            <a:spLocks/>
          </p:cNvSpPr>
          <p:nvPr/>
        </p:nvSpPr>
        <p:spPr>
          <a:xfrm>
            <a:off x="618065" y="4386802"/>
            <a:ext cx="8923867" cy="21974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ea typeface="微軟正黑體"/>
              </a:rPr>
              <a:t>備註</a:t>
            </a:r>
            <a:endParaRPr lang="en-US" altLang="zh-TW" dirty="0">
              <a:ea typeface="微軟正黑體"/>
            </a:endParaRPr>
          </a:p>
          <a:p>
            <a:pPr marL="457200" lvl="1" indent="0">
              <a:buNone/>
            </a:pPr>
            <a:r>
              <a:rPr lang="en-US" altLang="zh-TW" sz="1800" dirty="0">
                <a:ea typeface="微軟正黑體"/>
              </a:rPr>
              <a:t>L=41,Z=21</a:t>
            </a:r>
            <a:r>
              <a:rPr lang="zh-TW" altLang="en-US" sz="1800" dirty="0">
                <a:ea typeface="微軟正黑體"/>
              </a:rPr>
              <a:t>之</a:t>
            </a:r>
            <a:r>
              <a:rPr lang="en-US" altLang="zh-TW" sz="1800" dirty="0">
                <a:ea typeface="微軟正黑體"/>
              </a:rPr>
              <a:t>ZCP</a:t>
            </a:r>
            <a:r>
              <a:rPr lang="zh-TW" altLang="en-US" sz="1800" dirty="0">
                <a:ea typeface="微軟正黑體"/>
              </a:rPr>
              <a:t>搜尋時間約</a:t>
            </a:r>
            <a:r>
              <a:rPr lang="en-US" altLang="zh-TW" sz="1800" dirty="0">
                <a:ea typeface="微軟正黑體"/>
              </a:rPr>
              <a:t>77000</a:t>
            </a:r>
            <a:r>
              <a:rPr lang="zh-TW" altLang="en-US" sz="1800" dirty="0">
                <a:ea typeface="微軟正黑體"/>
              </a:rPr>
              <a:t>秒且找到一個解</a:t>
            </a:r>
            <a:r>
              <a:rPr lang="en-US" altLang="zh-TW" sz="1800" dirty="0">
                <a:ea typeface="微軟正黑體"/>
              </a:rPr>
              <a:t>,</a:t>
            </a:r>
            <a:r>
              <a:rPr lang="zh-TW" altLang="en-US" sz="1800" dirty="0">
                <a:ea typeface="微軟正黑體"/>
              </a:rPr>
              <a:t>結果如附錄三 </a:t>
            </a: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(22.12.13</a:t>
            </a:r>
            <a:r>
              <a:rPr lang="zh-TW" altLang="en-US" sz="2000" dirty="0">
                <a:solidFill>
                  <a:srgbClr val="FF0000"/>
                </a:solidFill>
                <a:ea typeface="微軟正黑體"/>
              </a:rPr>
              <a:t>更新</a:t>
            </a: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)</a:t>
            </a:r>
          </a:p>
          <a:p>
            <a:pPr marL="457200" lvl="1" indent="0">
              <a:buNone/>
            </a:pPr>
            <a:r>
              <a:rPr lang="en-US" altLang="zh-TW" sz="1800" dirty="0">
                <a:ea typeface="微軟正黑體"/>
              </a:rPr>
              <a:t>L=37,Z=19</a:t>
            </a:r>
            <a:r>
              <a:rPr lang="zh-TW" altLang="en-US" sz="1800" dirty="0">
                <a:ea typeface="微軟正黑體"/>
              </a:rPr>
              <a:t>之</a:t>
            </a:r>
            <a:r>
              <a:rPr lang="en-US" altLang="zh-TW" sz="1800" dirty="0">
                <a:ea typeface="微軟正黑體"/>
              </a:rPr>
              <a:t>ZCP</a:t>
            </a:r>
            <a:r>
              <a:rPr lang="zh-TW" altLang="en-US" sz="1800" dirty="0">
                <a:ea typeface="微軟正黑體"/>
              </a:rPr>
              <a:t>搜尋時間約為</a:t>
            </a:r>
            <a:r>
              <a:rPr lang="en-US" altLang="zh-TW" sz="1800" dirty="0">
                <a:ea typeface="微軟正黑體"/>
              </a:rPr>
              <a:t>4000</a:t>
            </a:r>
            <a:r>
              <a:rPr lang="zh-TW" altLang="en-US" sz="1800" dirty="0">
                <a:ea typeface="微軟正黑體"/>
              </a:rPr>
              <a:t>秒且找到一個解</a:t>
            </a:r>
            <a:r>
              <a:rPr lang="en-US" altLang="zh-TW" sz="1800" dirty="0">
                <a:ea typeface="微軟正黑體"/>
              </a:rPr>
              <a:t>,</a:t>
            </a:r>
            <a:r>
              <a:rPr lang="zh-TW" altLang="en-US" sz="1800" dirty="0">
                <a:ea typeface="微軟正黑體"/>
              </a:rPr>
              <a:t> 結果如附錄二</a:t>
            </a:r>
            <a:endParaRPr lang="en-US" altLang="zh-TW" sz="1800" dirty="0">
              <a:ea typeface="微軟正黑體"/>
            </a:endParaRPr>
          </a:p>
          <a:p>
            <a:pPr marL="0" indent="0">
              <a:buNone/>
            </a:pPr>
            <a:r>
              <a:rPr lang="en-US" altLang="zh-TW" dirty="0">
                <a:ea typeface="微軟正黑體"/>
              </a:rPr>
              <a:t>	L=36</a:t>
            </a:r>
            <a:r>
              <a:rPr lang="zh-TW" altLang="en-US" dirty="0">
                <a:ea typeface="微軟正黑體"/>
              </a:rPr>
              <a:t>之</a:t>
            </a:r>
            <a:r>
              <a:rPr lang="en-US" altLang="zh-TW" dirty="0">
                <a:ea typeface="微軟正黑體"/>
              </a:rPr>
              <a:t>ZCP</a:t>
            </a:r>
            <a:r>
              <a:rPr lang="zh-TW" altLang="en-US" dirty="0">
                <a:ea typeface="微軟正黑體"/>
              </a:rPr>
              <a:t>由</a:t>
            </a:r>
            <a:r>
              <a:rPr lang="en-US" altLang="zh-TW" dirty="0">
                <a:ea typeface="微軟正黑體"/>
              </a:rPr>
              <a:t>L=2</a:t>
            </a:r>
            <a:r>
              <a:rPr lang="zh-TW" altLang="en-US" dirty="0">
                <a:ea typeface="微軟正黑體"/>
              </a:rPr>
              <a:t>之</a:t>
            </a:r>
            <a:r>
              <a:rPr lang="en-US" altLang="zh-TW" dirty="0">
                <a:ea typeface="微軟正黑體"/>
              </a:rPr>
              <a:t>GCP</a:t>
            </a:r>
            <a:r>
              <a:rPr lang="zh-TW" altLang="en-US" dirty="0">
                <a:ea typeface="微軟正黑體"/>
              </a:rPr>
              <a:t>和</a:t>
            </a:r>
            <a:r>
              <a:rPr lang="en-US" altLang="zh-TW" dirty="0">
                <a:ea typeface="微軟正黑體"/>
              </a:rPr>
              <a:t>L=18,Z=13</a:t>
            </a:r>
            <a:r>
              <a:rPr lang="zh-TW" altLang="en-US" dirty="0">
                <a:ea typeface="微軟正黑體"/>
              </a:rPr>
              <a:t>之</a:t>
            </a:r>
            <a:r>
              <a:rPr lang="en-US" altLang="zh-TW" dirty="0">
                <a:ea typeface="微軟正黑體"/>
              </a:rPr>
              <a:t>ZCP</a:t>
            </a:r>
            <a:r>
              <a:rPr lang="zh-TW" altLang="en-US" dirty="0">
                <a:ea typeface="微軟正黑體"/>
              </a:rPr>
              <a:t>經由</a:t>
            </a:r>
            <a:r>
              <a:rPr lang="en-US" altLang="zh-TW" dirty="0">
                <a:ea typeface="微軟正黑體"/>
              </a:rPr>
              <a:t>Kronecker product</a:t>
            </a:r>
            <a:r>
              <a:rPr lang="zh-TW" altLang="en-US" dirty="0">
                <a:ea typeface="微軟正黑體"/>
              </a:rPr>
              <a:t>構成</a:t>
            </a:r>
            <a:endParaRPr lang="en-US" altLang="zh-TW" dirty="0">
              <a:ea typeface="微軟正黑體"/>
            </a:endParaRPr>
          </a:p>
          <a:p>
            <a:pPr marL="0" indent="0">
              <a:buNone/>
            </a:pPr>
            <a:r>
              <a:rPr lang="en-US" altLang="zh-TW" dirty="0">
                <a:ea typeface="微軟正黑體"/>
              </a:rPr>
              <a:t>	L=34</a:t>
            </a:r>
            <a:r>
              <a:rPr lang="zh-TW" altLang="en-US" dirty="0">
                <a:ea typeface="微軟正黑體"/>
              </a:rPr>
              <a:t>之</a:t>
            </a:r>
            <a:r>
              <a:rPr lang="en-US" altLang="zh-TW" dirty="0">
                <a:ea typeface="微軟正黑體"/>
              </a:rPr>
              <a:t>ZCP</a:t>
            </a:r>
            <a:r>
              <a:rPr lang="zh-TW" altLang="en-US" dirty="0">
                <a:ea typeface="微軟正黑體"/>
              </a:rPr>
              <a:t>由</a:t>
            </a:r>
            <a:r>
              <a:rPr lang="en-US" altLang="zh-TW" dirty="0">
                <a:ea typeface="微軟正黑體"/>
              </a:rPr>
              <a:t>L=2</a:t>
            </a:r>
            <a:r>
              <a:rPr lang="zh-TW" altLang="en-US" dirty="0">
                <a:ea typeface="微軟正黑體"/>
              </a:rPr>
              <a:t>之</a:t>
            </a:r>
            <a:r>
              <a:rPr lang="en-US" altLang="zh-TW" dirty="0">
                <a:ea typeface="微軟正黑體"/>
              </a:rPr>
              <a:t>GCP</a:t>
            </a:r>
            <a:r>
              <a:rPr lang="zh-TW" altLang="en-US" dirty="0">
                <a:ea typeface="微軟正黑體"/>
              </a:rPr>
              <a:t>和</a:t>
            </a:r>
            <a:r>
              <a:rPr lang="en-US" altLang="zh-TW" dirty="0">
                <a:ea typeface="微軟正黑體"/>
              </a:rPr>
              <a:t>L=17,Z=9</a:t>
            </a:r>
            <a:r>
              <a:rPr lang="zh-TW" altLang="en-US" dirty="0">
                <a:ea typeface="微軟正黑體"/>
              </a:rPr>
              <a:t>之</a:t>
            </a:r>
            <a:r>
              <a:rPr lang="en-US" altLang="zh-TW" dirty="0">
                <a:ea typeface="微軟正黑體"/>
              </a:rPr>
              <a:t>ZCP</a:t>
            </a:r>
            <a:r>
              <a:rPr lang="zh-TW" altLang="en-US" dirty="0">
                <a:ea typeface="微軟正黑體"/>
              </a:rPr>
              <a:t>經由</a:t>
            </a:r>
            <a:r>
              <a:rPr lang="en-US" altLang="zh-TW" dirty="0">
                <a:ea typeface="微軟正黑體"/>
              </a:rPr>
              <a:t>Kronecker product</a:t>
            </a:r>
            <a:r>
              <a:rPr lang="zh-TW" altLang="en-US" dirty="0">
                <a:ea typeface="微軟正黑體"/>
              </a:rPr>
              <a:t>構成</a:t>
            </a:r>
          </a:p>
        </p:txBody>
      </p:sp>
    </p:spTree>
    <p:extLst>
      <p:ext uri="{BB962C8B-B14F-4D97-AF65-F5344CB8AC3E}">
        <p14:creationId xmlns:p14="http://schemas.microsoft.com/office/powerpoint/2010/main" val="2271730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01D61-7E3A-BE15-A98A-DF7E9FF5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5810BB-6F0F-8CA9-D7BC-BFA81961D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變號次數</a:t>
            </a:r>
            <a:r>
              <a:rPr kumimoji="1" lang="en-US" altLang="zh-TW"/>
              <a:t> vs  </a:t>
            </a:r>
            <a:r>
              <a:rPr kumimoji="1" lang="en-US" altLang="zh-TW" err="1"/>
              <a:t>zcp</a:t>
            </a:r>
            <a:r>
              <a:rPr kumimoji="1" lang="zh-TW" altLang="en-US"/>
              <a:t>機率</a:t>
            </a:r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1E5C4E25-82D8-8484-735C-6ED1718C1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68" y="2713037"/>
            <a:ext cx="7772400" cy="27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1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01D61-7E3A-BE15-A98A-DF7E9FF5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5810BB-6F0F-8CA9-D7BC-BFA81961D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altLang="en-US">
              <a:ea typeface="微軟正黑體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26F03E1-FC63-B11E-F966-60E7B62F0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14" y="1623304"/>
            <a:ext cx="4762207" cy="452596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EE19E8F-44A0-A243-F4DB-2BF85B64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670" y="1623304"/>
            <a:ext cx="4838097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80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01D61-7E3A-BE15-A98A-DF7E9FF5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附錄二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ACDCD6-5158-1854-20BE-7703C2B0C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013C221-54FA-00C9-337C-54D58342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555" y="2416319"/>
            <a:ext cx="2762250" cy="444817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DCDEECB-B62F-7C41-9550-9D99D4D7C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198" y="6494"/>
            <a:ext cx="5837802" cy="6858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F096BB4-C168-65F9-E3ED-1761F12338E7}"/>
              </a:ext>
            </a:extLst>
          </p:cNvPr>
          <p:cNvSpPr/>
          <p:nvPr/>
        </p:nvSpPr>
        <p:spPr>
          <a:xfrm>
            <a:off x="6096000" y="4445000"/>
            <a:ext cx="4529667" cy="4826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4201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01D61-7E3A-BE15-A98A-DF7E9FF5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附錄二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A85A30CC-D084-F495-A9F6-7AA1B79F4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5334" y="3429000"/>
            <a:ext cx="8596312" cy="3137486"/>
          </a:xfr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9522112-5A2F-A3DF-A633-B4724D59B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559" y="355601"/>
            <a:ext cx="8627087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07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01D61-7E3A-BE15-A98A-DF7E9FF5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附錄三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36B8544-950E-F62E-16B6-9A2A29AC425B}"/>
              </a:ext>
            </a:extLst>
          </p:cNvPr>
          <p:cNvSpPr txBox="1">
            <a:spLocks/>
          </p:cNvSpPr>
          <p:nvPr/>
        </p:nvSpPr>
        <p:spPr>
          <a:xfrm>
            <a:off x="1713614" y="826798"/>
            <a:ext cx="2408767" cy="397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lvl="1" indent="0">
              <a:buNone/>
            </a:pP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(22.12.13</a:t>
            </a:r>
            <a:r>
              <a:rPr lang="zh-TW" altLang="en-US" sz="2000" dirty="0">
                <a:solidFill>
                  <a:srgbClr val="FF0000"/>
                </a:solidFill>
                <a:ea typeface="微軟正黑體"/>
              </a:rPr>
              <a:t>更新</a:t>
            </a:r>
            <a:r>
              <a:rPr lang="en-US" altLang="zh-TW" sz="2000" dirty="0">
                <a:solidFill>
                  <a:srgbClr val="FF0000"/>
                </a:solidFill>
                <a:ea typeface="微軟正黑體"/>
              </a:rPr>
              <a:t>)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84FFB84-8C68-E779-99B9-9F77452FC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E074771-00D6-CAF4-CCD3-344796646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815" y="1757777"/>
            <a:ext cx="6986000" cy="494131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4CBA0BB-D184-A622-C1EE-6916A0B4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57779"/>
            <a:ext cx="6985998" cy="494131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B50CEE62-7170-1981-DD01-CAAA3B73B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27" y="0"/>
            <a:ext cx="4009073" cy="196909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AE1ACB2-350E-A623-C0BC-FC3A8624FD3E}"/>
              </a:ext>
            </a:extLst>
          </p:cNvPr>
          <p:cNvSpPr/>
          <p:nvPr/>
        </p:nvSpPr>
        <p:spPr>
          <a:xfrm>
            <a:off x="7732450" y="37975"/>
            <a:ext cx="4305670" cy="2549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8167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E7E016-3A5A-FA8F-6376-04B7C2CD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卡關問題（解決）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071C59-E65A-075D-F91C-E87F714C7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設備資源不足</a:t>
            </a:r>
            <a:r>
              <a:rPr kumimoji="1" lang="en-US" altLang="zh-TW" dirty="0"/>
              <a:t>-&gt;</a:t>
            </a:r>
            <a:r>
              <a:rPr kumimoji="1" lang="zh-TW" altLang="en-US" dirty="0"/>
              <a:t>跟其他實驗室同學借設備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設備</a:t>
            </a:r>
            <a:r>
              <a:rPr kumimoji="1" lang="en-US" altLang="zh-TW" dirty="0" err="1"/>
              <a:t>cpu</a:t>
            </a:r>
            <a:r>
              <a:rPr kumimoji="1" lang="zh-TW" altLang="en-US" dirty="0"/>
              <a:t>為</a:t>
            </a:r>
            <a:r>
              <a:rPr kumimoji="1" lang="en-US" altLang="zh-TW" dirty="0"/>
              <a:t>i9</a:t>
            </a:r>
            <a:r>
              <a:rPr kumimoji="1" lang="zh-TW" altLang="en-US" dirty="0"/>
              <a:t> </a:t>
            </a:r>
            <a:r>
              <a:rPr kumimoji="1" lang="en-US" altLang="zh-TW" dirty="0"/>
              <a:t>11</a:t>
            </a:r>
            <a:r>
              <a:rPr kumimoji="1" lang="zh-TW" altLang="en-US" dirty="0"/>
              <a:t>代處理器 </a:t>
            </a:r>
            <a:r>
              <a:rPr kumimoji="1" lang="en-US" altLang="zh-TW" dirty="0"/>
              <a:t>,RAM</a:t>
            </a:r>
            <a:r>
              <a:rPr kumimoji="1" lang="zh-TW" altLang="en-US" dirty="0"/>
              <a:t>為</a:t>
            </a:r>
            <a:r>
              <a:rPr kumimoji="1" lang="en-US" altLang="zh-TW" dirty="0"/>
              <a:t>32GB</a:t>
            </a:r>
          </a:p>
          <a:p>
            <a:r>
              <a:rPr kumimoji="1" lang="zh-TW" altLang="en-US" dirty="0"/>
              <a:t>目前卡在第二階段搜尋</a:t>
            </a:r>
            <a:r>
              <a:rPr kumimoji="1" lang="en-US" altLang="zh-TW" dirty="0" err="1"/>
              <a:t>zcp</a:t>
            </a:r>
            <a:r>
              <a:rPr kumimoji="1" lang="zh-TW" altLang="en-US" dirty="0"/>
              <a:t>尚未跑出結果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-&gt;</a:t>
            </a:r>
            <a:r>
              <a:rPr kumimoji="1" lang="zh-TW" altLang="en-US" dirty="0"/>
              <a:t>已完成</a:t>
            </a:r>
            <a:endParaRPr kumimoji="1" lang="en-US" altLang="zh-TW" dirty="0"/>
          </a:p>
          <a:p>
            <a:r>
              <a:rPr kumimoji="1" lang="en-US" altLang="zh-TW" dirty="0" err="1"/>
              <a:t>Matlab</a:t>
            </a:r>
            <a:r>
              <a:rPr kumimoji="1" lang="zh-TW" altLang="en-US" dirty="0"/>
              <a:t>迭代超過</a:t>
            </a:r>
            <a:r>
              <a:rPr kumimoji="1" lang="en-US" altLang="zh-TW" dirty="0"/>
              <a:t>1</a:t>
            </a:r>
            <a:r>
              <a:rPr kumimoji="1" lang="zh-TW" altLang="en-US" dirty="0"/>
              <a:t>億計算大幅變慢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-&gt;</a:t>
            </a:r>
            <a:r>
              <a:rPr kumimoji="1" lang="zh-TW" altLang="en-US" dirty="0"/>
              <a:t>記憶體佔據過多會造成程式緩慢，故與迭代次數沒有太大關係</a:t>
            </a:r>
          </a:p>
        </p:txBody>
      </p:sp>
    </p:spTree>
    <p:extLst>
      <p:ext uri="{BB962C8B-B14F-4D97-AF65-F5344CB8AC3E}">
        <p14:creationId xmlns:p14="http://schemas.microsoft.com/office/powerpoint/2010/main" val="3644183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50A31-DD49-D215-6E17-6428312F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未來展望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62A38A-1ED5-3E3A-0E14-F08B7001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串連多台設備分段找到變號</a:t>
            </a:r>
            <a:r>
              <a:rPr kumimoji="1" lang="en-US" altLang="zh-TW" dirty="0"/>
              <a:t>18</a:t>
            </a:r>
            <a:r>
              <a:rPr kumimoji="1" lang="zh-TW" altLang="en-US" dirty="0"/>
              <a:t>次的集合</a:t>
            </a:r>
            <a:endParaRPr kumimoji="1" lang="en-US" altLang="zh-TW" dirty="0"/>
          </a:p>
          <a:p>
            <a:r>
              <a:rPr kumimoji="1" lang="zh-TW" altLang="en-US" dirty="0"/>
              <a:t>利用</a:t>
            </a:r>
            <a:r>
              <a:rPr kumimoji="1" lang="en-US" altLang="zh-TW" dirty="0"/>
              <a:t>p10</a:t>
            </a:r>
            <a:r>
              <a:rPr kumimoji="1" lang="zh-TW" altLang="en-US" dirty="0"/>
              <a:t>的性質，過濾出較好的序列</a:t>
            </a:r>
            <a:endParaRPr kumimoji="1"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6129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17439-9DB0-D4C1-6176-44AE09E8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參考文獻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5A2652-F490-6DEE-818C-9A19D7A5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/>
              <a:t>三年前學長</a:t>
            </a:r>
            <a:r>
              <a:rPr kumimoji="1" lang="en-US" altLang="zh-TW"/>
              <a:t>PPT</a:t>
            </a:r>
          </a:p>
        </p:txBody>
      </p:sp>
    </p:spTree>
    <p:extLst>
      <p:ext uri="{BB962C8B-B14F-4D97-AF65-F5344CB8AC3E}">
        <p14:creationId xmlns:p14="http://schemas.microsoft.com/office/powerpoint/2010/main" val="1385900572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{A8B72828-1687-CF41-9D00-D4C23F10EB30}tf10001060</Template>
  <TotalTime>302</TotalTime>
  <Words>727</Words>
  <Application>Microsoft Office PowerPoint</Application>
  <PresentationFormat>寬螢幕</PresentationFormat>
  <Paragraphs>129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MicrosoftJhengHeiRegular</vt:lpstr>
      <vt:lpstr>TrebuchetMS</vt:lpstr>
      <vt:lpstr>微軟正黑體</vt:lpstr>
      <vt:lpstr>Arial</vt:lpstr>
      <vt:lpstr>Trebuchet MS</vt:lpstr>
      <vt:lpstr>Wingdings 3</vt:lpstr>
      <vt:lpstr>多面向</vt:lpstr>
      <vt:lpstr>期中序列報告</vt:lpstr>
      <vt:lpstr>目錄</vt:lpstr>
      <vt:lpstr>原始尋找思路</vt:lpstr>
      <vt:lpstr>For 全部</vt:lpstr>
      <vt:lpstr> 固定correlation值  </vt:lpstr>
      <vt:lpstr>xcorr</vt:lpstr>
      <vt:lpstr>加速方法</vt:lpstr>
      <vt:lpstr>加速方法</vt:lpstr>
      <vt:lpstr>使用nchoosek並產生Sequence </vt:lpstr>
      <vt:lpstr>使用nchoosek並產生Sequence</vt:lpstr>
      <vt:lpstr>加速方法</vt:lpstr>
      <vt:lpstr>全搜</vt:lpstr>
      <vt:lpstr>奇數位u的aacf為0</vt:lpstr>
      <vt:lpstr>加速方法</vt:lpstr>
      <vt:lpstr>改寫成aacf</vt:lpstr>
      <vt:lpstr>補充加速方法</vt:lpstr>
      <vt:lpstr>成果</vt:lpstr>
      <vt:lpstr>附錄一</vt:lpstr>
      <vt:lpstr>附錄一</vt:lpstr>
      <vt:lpstr>附錄二</vt:lpstr>
      <vt:lpstr>附錄二</vt:lpstr>
      <vt:lpstr>附錄三</vt:lpstr>
      <vt:lpstr>卡關問題（解決）</vt:lpstr>
      <vt:lpstr>未來展望</vt:lpstr>
      <vt:lpstr>參考文獻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陳冠綸</dc:creator>
  <cp:lastModifiedBy>HP</cp:lastModifiedBy>
  <cp:revision>3</cp:revision>
  <dcterms:created xsi:type="dcterms:W3CDTF">2022-11-29T07:29:10Z</dcterms:created>
  <dcterms:modified xsi:type="dcterms:W3CDTF">2022-12-13T11:52:15Z</dcterms:modified>
</cp:coreProperties>
</file>