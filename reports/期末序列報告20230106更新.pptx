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294" r:id="rId6"/>
    <p:sldId id="296" r:id="rId7"/>
    <p:sldId id="295" r:id="rId8"/>
    <p:sldId id="297" r:id="rId9"/>
    <p:sldId id="287" r:id="rId10"/>
    <p:sldId id="289" r:id="rId11"/>
    <p:sldId id="298" r:id="rId12"/>
    <p:sldId id="290" r:id="rId13"/>
    <p:sldId id="291" r:id="rId14"/>
    <p:sldId id="292" r:id="rId15"/>
    <p:sldId id="293" r:id="rId16"/>
    <p:sldId id="262" r:id="rId17"/>
    <p:sldId id="299" r:id="rId18"/>
    <p:sldId id="30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潘俊宏" userId="9229848c-e55b-479f-b56d-2800539f7556" providerId="ADAL" clId="{E85F356D-B64A-47F9-8662-E735D91C1195}"/>
    <pc:docChg chg="undo custSel addSld modSld">
      <pc:chgData name="潘俊宏" userId="9229848c-e55b-479f-b56d-2800539f7556" providerId="ADAL" clId="{E85F356D-B64A-47F9-8662-E735D91C1195}" dt="2023-01-06T13:58:33.377" v="566" actId="14734"/>
      <pc:docMkLst>
        <pc:docMk/>
      </pc:docMkLst>
      <pc:sldChg chg="addSp delSp modSp mod">
        <pc:chgData name="潘俊宏" userId="9229848c-e55b-479f-b56d-2800539f7556" providerId="ADAL" clId="{E85F356D-B64A-47F9-8662-E735D91C1195}" dt="2023-01-06T13:50:31.977" v="472"/>
        <pc:sldMkLst>
          <pc:docMk/>
          <pc:sldMk cId="725841746" sldId="287"/>
        </pc:sldMkLst>
        <pc:spChg chg="add mod">
          <ac:chgData name="潘俊宏" userId="9229848c-e55b-479f-b56d-2800539f7556" providerId="ADAL" clId="{E85F356D-B64A-47F9-8662-E735D91C1195}" dt="2023-01-06T13:50:31.977" v="472"/>
          <ac:spMkLst>
            <pc:docMk/>
            <pc:sldMk cId="725841746" sldId="287"/>
            <ac:spMk id="3" creationId="{618CC8ED-23BC-0574-D74F-FED66C32CF81}"/>
          </ac:spMkLst>
        </pc:spChg>
        <pc:spChg chg="del mod">
          <ac:chgData name="潘俊宏" userId="9229848c-e55b-479f-b56d-2800539f7556" providerId="ADAL" clId="{E85F356D-B64A-47F9-8662-E735D91C1195}" dt="2023-01-06T13:50:31.710" v="471" actId="478"/>
          <ac:spMkLst>
            <pc:docMk/>
            <pc:sldMk cId="725841746" sldId="287"/>
            <ac:spMk id="4" creationId="{5BBF56B4-3E36-4667-C260-2F5C75D414B5}"/>
          </ac:spMkLst>
        </pc:spChg>
        <pc:graphicFrameChg chg="mod modGraphic">
          <ac:chgData name="潘俊宏" userId="9229848c-e55b-479f-b56d-2800539f7556" providerId="ADAL" clId="{E85F356D-B64A-47F9-8662-E735D91C1195}" dt="2023-01-06T10:18:03.153" v="110" actId="20577"/>
          <ac:graphicFrameMkLst>
            <pc:docMk/>
            <pc:sldMk cId="725841746" sldId="287"/>
            <ac:graphicFrameMk id="8" creationId="{0227DD5D-5176-B63B-FE8D-5BFE479DAFE3}"/>
          </ac:graphicFrameMkLst>
        </pc:graphicFrameChg>
      </pc:sldChg>
      <pc:sldChg chg="addSp delSp modSp mod">
        <pc:chgData name="潘俊宏" userId="9229848c-e55b-479f-b56d-2800539f7556" providerId="ADAL" clId="{E85F356D-B64A-47F9-8662-E735D91C1195}" dt="2023-01-06T13:58:33.377" v="566" actId="14734"/>
        <pc:sldMkLst>
          <pc:docMk/>
          <pc:sldMk cId="2029077343" sldId="289"/>
        </pc:sldMkLst>
        <pc:spChg chg="del">
          <ac:chgData name="潘俊宏" userId="9229848c-e55b-479f-b56d-2800539f7556" providerId="ADAL" clId="{E85F356D-B64A-47F9-8662-E735D91C1195}" dt="2023-01-06T10:08:28.487" v="1" actId="21"/>
          <ac:spMkLst>
            <pc:docMk/>
            <pc:sldMk cId="2029077343" sldId="289"/>
            <ac:spMk id="2" creationId="{79CAFD69-7A7C-6777-6426-2EBD2D7DD277}"/>
          </ac:spMkLst>
        </pc:spChg>
        <pc:spChg chg="del mod">
          <ac:chgData name="潘俊宏" userId="9229848c-e55b-479f-b56d-2800539f7556" providerId="ADAL" clId="{E85F356D-B64A-47F9-8662-E735D91C1195}" dt="2023-01-06T10:20:54.238" v="192" actId="478"/>
          <ac:spMkLst>
            <pc:docMk/>
            <pc:sldMk cId="2029077343" sldId="289"/>
            <ac:spMk id="4" creationId="{BBA37F8C-FD3F-5397-E95D-8433D75EFCB3}"/>
          </ac:spMkLst>
        </pc:spChg>
        <pc:spChg chg="add mod">
          <ac:chgData name="潘俊宏" userId="9229848c-e55b-479f-b56d-2800539f7556" providerId="ADAL" clId="{E85F356D-B64A-47F9-8662-E735D91C1195}" dt="2023-01-06T10:21:36.326" v="199" actId="1076"/>
          <ac:spMkLst>
            <pc:docMk/>
            <pc:sldMk cId="2029077343" sldId="289"/>
            <ac:spMk id="7" creationId="{0A6C1084-CBCD-9FCD-352C-F832158CDD94}"/>
          </ac:spMkLst>
        </pc:spChg>
        <pc:spChg chg="add mod">
          <ac:chgData name="潘俊宏" userId="9229848c-e55b-479f-b56d-2800539f7556" providerId="ADAL" clId="{E85F356D-B64A-47F9-8662-E735D91C1195}" dt="2023-01-06T13:51:12.157" v="531" actId="20577"/>
          <ac:spMkLst>
            <pc:docMk/>
            <pc:sldMk cId="2029077343" sldId="289"/>
            <ac:spMk id="9" creationId="{E07C6BD3-164E-2939-5B88-08DF8010A1A9}"/>
          </ac:spMkLst>
        </pc:spChg>
        <pc:spChg chg="add mod">
          <ac:chgData name="潘俊宏" userId="9229848c-e55b-479f-b56d-2800539f7556" providerId="ADAL" clId="{E85F356D-B64A-47F9-8662-E735D91C1195}" dt="2023-01-06T13:49:20.888" v="409" actId="1076"/>
          <ac:spMkLst>
            <pc:docMk/>
            <pc:sldMk cId="2029077343" sldId="289"/>
            <ac:spMk id="10" creationId="{4B9C98F1-0915-F409-270F-D5ECB819FC55}"/>
          </ac:spMkLst>
        </pc:spChg>
        <pc:graphicFrameChg chg="mod modGraphic">
          <ac:chgData name="潘俊宏" userId="9229848c-e55b-479f-b56d-2800539f7556" providerId="ADAL" clId="{E85F356D-B64A-47F9-8662-E735D91C1195}" dt="2023-01-06T13:58:33.377" v="566" actId="14734"/>
          <ac:graphicFrameMkLst>
            <pc:docMk/>
            <pc:sldMk cId="2029077343" sldId="289"/>
            <ac:graphicFrameMk id="8" creationId="{0227DD5D-5176-B63B-FE8D-5BFE479DAFE3}"/>
          </ac:graphicFrameMkLst>
        </pc:graphicFrameChg>
        <pc:picChg chg="add del mod">
          <ac:chgData name="潘俊宏" userId="9229848c-e55b-479f-b56d-2800539f7556" providerId="ADAL" clId="{E85F356D-B64A-47F9-8662-E735D91C1195}" dt="2023-01-06T13:49:00.830" v="389" actId="478"/>
          <ac:picMkLst>
            <pc:docMk/>
            <pc:sldMk cId="2029077343" sldId="289"/>
            <ac:picMk id="5" creationId="{9042A4F7-A9AA-F676-2A1D-4D770F56B92E}"/>
          </ac:picMkLst>
        </pc:picChg>
      </pc:sldChg>
      <pc:sldChg chg="addSp delSp modSp add mod">
        <pc:chgData name="潘俊宏" userId="9229848c-e55b-479f-b56d-2800539f7556" providerId="ADAL" clId="{E85F356D-B64A-47F9-8662-E735D91C1195}" dt="2023-01-06T13:58:15.469" v="561" actId="207"/>
        <pc:sldMkLst>
          <pc:docMk/>
          <pc:sldMk cId="2152743472" sldId="298"/>
        </pc:sldMkLst>
        <pc:spChg chg="add del mod">
          <ac:chgData name="潘俊宏" userId="9229848c-e55b-479f-b56d-2800539f7556" providerId="ADAL" clId="{E85F356D-B64A-47F9-8662-E735D91C1195}" dt="2023-01-06T10:21:49.250" v="204"/>
          <ac:spMkLst>
            <pc:docMk/>
            <pc:sldMk cId="2152743472" sldId="298"/>
            <ac:spMk id="2" creationId="{EAC5AACF-BE20-79B5-50DA-749CD46DBF36}"/>
          </ac:spMkLst>
        </pc:spChg>
        <pc:spChg chg="add mod">
          <ac:chgData name="潘俊宏" userId="9229848c-e55b-479f-b56d-2800539f7556" providerId="ADAL" clId="{E85F356D-B64A-47F9-8662-E735D91C1195}" dt="2023-01-06T13:49:35.385" v="413" actId="1076"/>
          <ac:spMkLst>
            <pc:docMk/>
            <pc:sldMk cId="2152743472" sldId="298"/>
            <ac:spMk id="4" creationId="{4A2FC43B-C3E1-E806-C7D0-A35A91E62A0F}"/>
          </ac:spMkLst>
        </pc:spChg>
        <pc:spChg chg="mod">
          <ac:chgData name="潘俊宏" userId="9229848c-e55b-479f-b56d-2800539f7556" providerId="ADAL" clId="{E85F356D-B64A-47F9-8662-E735D91C1195}" dt="2023-01-06T10:24:23.811" v="228"/>
          <ac:spMkLst>
            <pc:docMk/>
            <pc:sldMk cId="2152743472" sldId="298"/>
            <ac:spMk id="7" creationId="{0A6C1084-CBCD-9FCD-352C-F832158CDD94}"/>
          </ac:spMkLst>
        </pc:spChg>
        <pc:graphicFrameChg chg="add mod modGraphic">
          <ac:chgData name="潘俊宏" userId="9229848c-e55b-479f-b56d-2800539f7556" providerId="ADAL" clId="{E85F356D-B64A-47F9-8662-E735D91C1195}" dt="2023-01-06T13:58:15.469" v="561" actId="207"/>
          <ac:graphicFrameMkLst>
            <pc:docMk/>
            <pc:sldMk cId="2152743472" sldId="298"/>
            <ac:graphicFrameMk id="3" creationId="{C7D4B5C7-4C66-DE2C-8BA9-19DF802B75EE}"/>
          </ac:graphicFrameMkLst>
        </pc:graphicFrameChg>
        <pc:graphicFrameChg chg="del">
          <ac:chgData name="潘俊宏" userId="9229848c-e55b-479f-b56d-2800539f7556" providerId="ADAL" clId="{E85F356D-B64A-47F9-8662-E735D91C1195}" dt="2023-01-06T10:21:45.344" v="202" actId="478"/>
          <ac:graphicFrameMkLst>
            <pc:docMk/>
            <pc:sldMk cId="2152743472" sldId="298"/>
            <ac:graphicFrameMk id="8" creationId="{0227DD5D-5176-B63B-FE8D-5BFE479DAFE3}"/>
          </ac:graphicFrameMkLst>
        </pc:graphicFrameChg>
        <pc:picChg chg="del">
          <ac:chgData name="潘俊宏" userId="9229848c-e55b-479f-b56d-2800539f7556" providerId="ADAL" clId="{E85F356D-B64A-47F9-8662-E735D91C1195}" dt="2023-01-06T13:49:30.302" v="412" actId="478"/>
          <ac:picMkLst>
            <pc:docMk/>
            <pc:sldMk cId="2152743472" sldId="298"/>
            <ac:picMk id="5" creationId="{9042A4F7-A9AA-F676-2A1D-4D770F56B92E}"/>
          </ac:picMkLst>
        </pc:picChg>
      </pc:sldChg>
      <pc:sldChg chg="addSp delSp modSp add mod">
        <pc:chgData name="潘俊宏" userId="9229848c-e55b-479f-b56d-2800539f7556" providerId="ADAL" clId="{E85F356D-B64A-47F9-8662-E735D91C1195}" dt="2023-01-06T13:54:59.499" v="549"/>
        <pc:sldMkLst>
          <pc:docMk/>
          <pc:sldMk cId="816317830" sldId="299"/>
        </pc:sldMkLst>
        <pc:spChg chg="mod">
          <ac:chgData name="潘俊宏" userId="9229848c-e55b-479f-b56d-2800539f7556" providerId="ADAL" clId="{E85F356D-B64A-47F9-8662-E735D91C1195}" dt="2023-01-06T13:54:33.788" v="541" actId="5793"/>
          <ac:spMkLst>
            <pc:docMk/>
            <pc:sldMk cId="816317830" sldId="299"/>
            <ac:spMk id="2" creationId="{EF417439-9DB0-D4C1-6176-44AE09E85846}"/>
          </ac:spMkLst>
        </pc:spChg>
        <pc:spChg chg="del">
          <ac:chgData name="潘俊宏" userId="9229848c-e55b-479f-b56d-2800539f7556" providerId="ADAL" clId="{E85F356D-B64A-47F9-8662-E735D91C1195}" dt="2023-01-06T13:51:20.358" v="535" actId="478"/>
          <ac:spMkLst>
            <pc:docMk/>
            <pc:sldMk cId="816317830" sldId="299"/>
            <ac:spMk id="3" creationId="{645A2652-F490-6DEE-818C-9A19D7A5BA64}"/>
          </ac:spMkLst>
        </pc:spChg>
        <pc:spChg chg="add del mod">
          <ac:chgData name="潘俊宏" userId="9229848c-e55b-479f-b56d-2800539f7556" providerId="ADAL" clId="{E85F356D-B64A-47F9-8662-E735D91C1195}" dt="2023-01-06T13:54:16.641" v="536" actId="22"/>
          <ac:spMkLst>
            <pc:docMk/>
            <pc:sldMk cId="816317830" sldId="299"/>
            <ac:spMk id="5" creationId="{09138AF4-2241-0EC9-53B0-D896CFAFA7CC}"/>
          </ac:spMkLst>
        </pc:spChg>
        <pc:picChg chg="add mod ord">
          <ac:chgData name="潘俊宏" userId="9229848c-e55b-479f-b56d-2800539f7556" providerId="ADAL" clId="{E85F356D-B64A-47F9-8662-E735D91C1195}" dt="2023-01-06T13:54:54.120" v="547" actId="14100"/>
          <ac:picMkLst>
            <pc:docMk/>
            <pc:sldMk cId="816317830" sldId="299"/>
            <ac:picMk id="7" creationId="{E7DFC519-84A9-408E-2D40-6DE1F88D5DAB}"/>
          </ac:picMkLst>
        </pc:picChg>
        <pc:picChg chg="add mod">
          <ac:chgData name="潘俊宏" userId="9229848c-e55b-479f-b56d-2800539f7556" providerId="ADAL" clId="{E85F356D-B64A-47F9-8662-E735D91C1195}" dt="2023-01-06T13:54:48.147" v="545" actId="1076"/>
          <ac:picMkLst>
            <pc:docMk/>
            <pc:sldMk cId="816317830" sldId="299"/>
            <ac:picMk id="9" creationId="{7973D924-F78E-7A76-483C-AF06F3C33527}"/>
          </ac:picMkLst>
        </pc:picChg>
        <pc:picChg chg="add mod">
          <ac:chgData name="潘俊宏" userId="9229848c-e55b-479f-b56d-2800539f7556" providerId="ADAL" clId="{E85F356D-B64A-47F9-8662-E735D91C1195}" dt="2023-01-06T13:54:59.499" v="549"/>
          <ac:picMkLst>
            <pc:docMk/>
            <pc:sldMk cId="816317830" sldId="299"/>
            <ac:picMk id="10" creationId="{DE9B5DF1-AD57-C2DC-5612-692F744DD8C8}"/>
          </ac:picMkLst>
        </pc:picChg>
      </pc:sldChg>
      <pc:sldChg chg="addSp delSp modSp add mod">
        <pc:chgData name="潘俊宏" userId="9229848c-e55b-479f-b56d-2800539f7556" providerId="ADAL" clId="{E85F356D-B64A-47F9-8662-E735D91C1195}" dt="2023-01-06T13:55:18.660" v="556" actId="1076"/>
        <pc:sldMkLst>
          <pc:docMk/>
          <pc:sldMk cId="440757344" sldId="300"/>
        </pc:sldMkLst>
        <pc:spChg chg="add del mod">
          <ac:chgData name="潘俊宏" userId="9229848c-e55b-479f-b56d-2800539f7556" providerId="ADAL" clId="{E85F356D-B64A-47F9-8662-E735D91C1195}" dt="2023-01-06T13:55:14.501" v="554" actId="478"/>
          <ac:spMkLst>
            <pc:docMk/>
            <pc:sldMk cId="440757344" sldId="300"/>
            <ac:spMk id="4" creationId="{DB31CCC0-541B-DDCA-F02B-B1EA1B8A97D7}"/>
          </ac:spMkLst>
        </pc:spChg>
        <pc:picChg chg="add mod">
          <ac:chgData name="潘俊宏" userId="9229848c-e55b-479f-b56d-2800539f7556" providerId="ADAL" clId="{E85F356D-B64A-47F9-8662-E735D91C1195}" dt="2023-01-06T13:55:18.660" v="556" actId="1076"/>
          <ac:picMkLst>
            <pc:docMk/>
            <pc:sldMk cId="440757344" sldId="300"/>
            <ac:picMk id="6" creationId="{85AD64ED-FDE1-DA58-A199-F418EB70690C}"/>
          </ac:picMkLst>
        </pc:picChg>
        <pc:picChg chg="del">
          <ac:chgData name="潘俊宏" userId="9229848c-e55b-479f-b56d-2800539f7556" providerId="ADAL" clId="{E85F356D-B64A-47F9-8662-E735D91C1195}" dt="2023-01-06T13:55:01.897" v="551" actId="478"/>
          <ac:picMkLst>
            <pc:docMk/>
            <pc:sldMk cId="440757344" sldId="300"/>
            <ac:picMk id="7" creationId="{E7DFC519-84A9-408E-2D40-6DE1F88D5DAB}"/>
          </ac:picMkLst>
        </pc:picChg>
        <pc:picChg chg="del">
          <ac:chgData name="潘俊宏" userId="9229848c-e55b-479f-b56d-2800539f7556" providerId="ADAL" clId="{E85F356D-B64A-47F9-8662-E735D91C1195}" dt="2023-01-06T13:55:03.048" v="552" actId="478"/>
          <ac:picMkLst>
            <pc:docMk/>
            <pc:sldMk cId="440757344" sldId="300"/>
            <ac:picMk id="9" creationId="{7973D924-F78E-7A76-483C-AF06F3C3352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C4FFB7-7450-8F49-AE52-8A768C5CCEB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88D1C8C-027B-0B4C-A0B4-26F3DE8B458C}">
      <dgm:prSet phldrT="[文字]"/>
      <dgm:spPr/>
      <dgm:t>
        <a:bodyPr/>
        <a:lstStyle/>
        <a:p>
          <a:r>
            <a:rPr lang="zh-TW" altLang="en-US">
              <a:latin typeface="Trebuchet MS" panose="020B0603020202020204"/>
            </a:rPr>
            <a:t>儲存全部序列</a:t>
          </a:r>
          <a:endParaRPr lang="en-US" altLang="zh-TW"/>
        </a:p>
      </dgm:t>
    </dgm:pt>
    <dgm:pt modelId="{58B6E07A-1BF3-E541-86C8-8C0169C19C14}" type="par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4A9B2D98-5C07-3C46-94C5-0A8B54D03817}" type="sibTrans" cxnId="{3ED8B114-B1A0-414A-A95A-EE1A69CA4888}">
      <dgm:prSet/>
      <dgm:spPr/>
      <dgm:t>
        <a:bodyPr/>
        <a:lstStyle/>
        <a:p>
          <a:endParaRPr lang="zh-TW" altLang="en-US"/>
        </a:p>
      </dgm:t>
    </dgm:pt>
    <dgm:pt modelId="{9BEB9EBD-229D-2347-87D4-49638EFB52DF}">
      <dgm:prSet phldrT="[文字]" phldr="0"/>
      <dgm:spPr/>
      <dgm:t>
        <a:bodyPr/>
        <a:lstStyle/>
        <a:p>
          <a:r>
            <a:rPr lang="zh-TW" altLang="en-US">
              <a:latin typeface="Trebuchet MS" panose="020B0603020202020204"/>
            </a:rPr>
            <a:t>判斷GCS</a:t>
          </a:r>
          <a:endParaRPr lang="zh-TW" altLang="en-US"/>
        </a:p>
      </dgm:t>
    </dgm:pt>
    <dgm:pt modelId="{432193B5-D266-7A48-8567-7CD52ADC63B1}" type="par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BA000241-0B54-A844-AE03-54209B90F2AF}" type="sibTrans" cxnId="{2CDB430B-AD0C-B949-85E4-D39B98A3E47F}">
      <dgm:prSet/>
      <dgm:spPr/>
      <dgm:t>
        <a:bodyPr/>
        <a:lstStyle/>
        <a:p>
          <a:endParaRPr lang="zh-TW" altLang="en-US"/>
        </a:p>
      </dgm:t>
    </dgm:pt>
    <dgm:pt modelId="{C2CB11BF-F47C-2D49-89ED-2B120D180E2D}">
      <dgm:prSet phldrT="[文字]"/>
      <dgm:spPr/>
      <dgm:t>
        <a:bodyPr/>
        <a:lstStyle/>
        <a:p>
          <a:r>
            <a:rPr lang="zh-TW" altLang="en-US"/>
            <a:t>判斷</a:t>
          </a:r>
          <a:r>
            <a:rPr lang="zh-TW" altLang="en-US">
              <a:latin typeface="Trebuchet MS" panose="020B0603020202020204"/>
            </a:rPr>
            <a:t>CZCS</a:t>
          </a:r>
          <a:endParaRPr lang="en-US" altLang="zh-TW"/>
        </a:p>
      </dgm:t>
    </dgm:pt>
    <dgm:pt modelId="{71BD8061-A567-1D48-A9FE-196620DA98F2}" type="par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D1082A06-762F-D147-9059-B14A9417D4A6}" type="sibTrans" cxnId="{4B9A2ED2-E3A9-B149-8150-94D6247EFB56}">
      <dgm:prSet/>
      <dgm:spPr/>
      <dgm:t>
        <a:bodyPr/>
        <a:lstStyle/>
        <a:p>
          <a:endParaRPr lang="zh-TW" altLang="en-US"/>
        </a:p>
      </dgm:t>
    </dgm:pt>
    <dgm:pt modelId="{C4B06FC7-859E-144D-A41F-9DAC6E093BD0}" type="pres">
      <dgm:prSet presAssocID="{0FC4FFB7-7450-8F49-AE52-8A768C5CCEB0}" presName="Name0" presStyleCnt="0">
        <dgm:presLayoutVars>
          <dgm:dir/>
          <dgm:resizeHandles val="exact"/>
        </dgm:presLayoutVars>
      </dgm:prSet>
      <dgm:spPr/>
    </dgm:pt>
    <dgm:pt modelId="{C628DB03-F30D-234A-B4A6-0DDDE00A87F8}" type="pres">
      <dgm:prSet presAssocID="{688D1C8C-027B-0B4C-A0B4-26F3DE8B458C}" presName="node" presStyleLbl="node1" presStyleIdx="0" presStyleCnt="3">
        <dgm:presLayoutVars>
          <dgm:bulletEnabled val="1"/>
        </dgm:presLayoutVars>
      </dgm:prSet>
      <dgm:spPr/>
    </dgm:pt>
    <dgm:pt modelId="{171FAE46-8501-0B45-B987-219EC9B5E15F}" type="pres">
      <dgm:prSet presAssocID="{4A9B2D98-5C07-3C46-94C5-0A8B54D03817}" presName="sibTrans" presStyleLbl="sibTrans2D1" presStyleIdx="0" presStyleCnt="2"/>
      <dgm:spPr/>
    </dgm:pt>
    <dgm:pt modelId="{CB7B1290-0729-5949-8C7C-10F6C9B87EFC}" type="pres">
      <dgm:prSet presAssocID="{4A9B2D98-5C07-3C46-94C5-0A8B54D03817}" presName="connectorText" presStyleLbl="sibTrans2D1" presStyleIdx="0" presStyleCnt="2"/>
      <dgm:spPr/>
    </dgm:pt>
    <dgm:pt modelId="{E9005DAD-7D32-C74B-956B-D86B9E10F194}" type="pres">
      <dgm:prSet presAssocID="{9BEB9EBD-229D-2347-87D4-49638EFB52DF}" presName="node" presStyleLbl="node1" presStyleIdx="1" presStyleCnt="3">
        <dgm:presLayoutVars>
          <dgm:bulletEnabled val="1"/>
        </dgm:presLayoutVars>
      </dgm:prSet>
      <dgm:spPr/>
    </dgm:pt>
    <dgm:pt modelId="{0900089A-4F5F-C443-AD01-A006C2879366}" type="pres">
      <dgm:prSet presAssocID="{BA000241-0B54-A844-AE03-54209B90F2AF}" presName="sibTrans" presStyleLbl="sibTrans2D1" presStyleIdx="1" presStyleCnt="2"/>
      <dgm:spPr/>
    </dgm:pt>
    <dgm:pt modelId="{773248D3-B8E9-5045-A04E-551580941E0F}" type="pres">
      <dgm:prSet presAssocID="{BA000241-0B54-A844-AE03-54209B90F2AF}" presName="connectorText" presStyleLbl="sibTrans2D1" presStyleIdx="1" presStyleCnt="2"/>
      <dgm:spPr/>
    </dgm:pt>
    <dgm:pt modelId="{505B992E-11A0-1A4A-B7B4-E2F8CF5B4321}" type="pres">
      <dgm:prSet presAssocID="{C2CB11BF-F47C-2D49-89ED-2B120D180E2D}" presName="node" presStyleLbl="node1" presStyleIdx="2" presStyleCnt="3">
        <dgm:presLayoutVars>
          <dgm:bulletEnabled val="1"/>
        </dgm:presLayoutVars>
      </dgm:prSet>
      <dgm:spPr/>
    </dgm:pt>
  </dgm:ptLst>
  <dgm:cxnLst>
    <dgm:cxn modelId="{2CDB430B-AD0C-B949-85E4-D39B98A3E47F}" srcId="{0FC4FFB7-7450-8F49-AE52-8A768C5CCEB0}" destId="{9BEB9EBD-229D-2347-87D4-49638EFB52DF}" srcOrd="1" destOrd="0" parTransId="{432193B5-D266-7A48-8567-7CD52ADC63B1}" sibTransId="{BA000241-0B54-A844-AE03-54209B90F2AF}"/>
    <dgm:cxn modelId="{3ED8B114-B1A0-414A-A95A-EE1A69CA4888}" srcId="{0FC4FFB7-7450-8F49-AE52-8A768C5CCEB0}" destId="{688D1C8C-027B-0B4C-A0B4-26F3DE8B458C}" srcOrd="0" destOrd="0" parTransId="{58B6E07A-1BF3-E541-86C8-8C0169C19C14}" sibTransId="{4A9B2D98-5C07-3C46-94C5-0A8B54D03817}"/>
    <dgm:cxn modelId="{7B91BB3C-E00B-1D4E-B70C-74C38414544C}" type="presOf" srcId="{9BEB9EBD-229D-2347-87D4-49638EFB52DF}" destId="{E9005DAD-7D32-C74B-956B-D86B9E10F194}" srcOrd="0" destOrd="0" presId="urn:microsoft.com/office/officeart/2005/8/layout/process1"/>
    <dgm:cxn modelId="{89324365-EC5D-894A-AC06-07C7F67AE56B}" type="presOf" srcId="{4A9B2D98-5C07-3C46-94C5-0A8B54D03817}" destId="{171FAE46-8501-0B45-B987-219EC9B5E15F}" srcOrd="0" destOrd="0" presId="urn:microsoft.com/office/officeart/2005/8/layout/process1"/>
    <dgm:cxn modelId="{AB621C66-59A8-D948-A0CD-240A4CC8C152}" type="presOf" srcId="{BA000241-0B54-A844-AE03-54209B90F2AF}" destId="{0900089A-4F5F-C443-AD01-A006C2879366}" srcOrd="0" destOrd="0" presId="urn:microsoft.com/office/officeart/2005/8/layout/process1"/>
    <dgm:cxn modelId="{094C7A4E-B790-5B47-9780-4CD2B462FA06}" type="presOf" srcId="{BA000241-0B54-A844-AE03-54209B90F2AF}" destId="{773248D3-B8E9-5045-A04E-551580941E0F}" srcOrd="1" destOrd="0" presId="urn:microsoft.com/office/officeart/2005/8/layout/process1"/>
    <dgm:cxn modelId="{2E810080-6CDD-5647-8B39-1BBD68B9DE40}" type="presOf" srcId="{0FC4FFB7-7450-8F49-AE52-8A768C5CCEB0}" destId="{C4B06FC7-859E-144D-A41F-9DAC6E093BD0}" srcOrd="0" destOrd="0" presId="urn:microsoft.com/office/officeart/2005/8/layout/process1"/>
    <dgm:cxn modelId="{4B9A2ED2-E3A9-B149-8150-94D6247EFB56}" srcId="{0FC4FFB7-7450-8F49-AE52-8A768C5CCEB0}" destId="{C2CB11BF-F47C-2D49-89ED-2B120D180E2D}" srcOrd="2" destOrd="0" parTransId="{71BD8061-A567-1D48-A9FE-196620DA98F2}" sibTransId="{D1082A06-762F-D147-9059-B14A9417D4A6}"/>
    <dgm:cxn modelId="{3C5C0ED8-339F-9F4A-AC04-30AE248FD26C}" type="presOf" srcId="{688D1C8C-027B-0B4C-A0B4-26F3DE8B458C}" destId="{C628DB03-F30D-234A-B4A6-0DDDE00A87F8}" srcOrd="0" destOrd="0" presId="urn:microsoft.com/office/officeart/2005/8/layout/process1"/>
    <dgm:cxn modelId="{CD8AD2E0-94EA-FB41-B5B5-0D3B70E85934}" type="presOf" srcId="{C2CB11BF-F47C-2D49-89ED-2B120D180E2D}" destId="{505B992E-11A0-1A4A-B7B4-E2F8CF5B4321}" srcOrd="0" destOrd="0" presId="urn:microsoft.com/office/officeart/2005/8/layout/process1"/>
    <dgm:cxn modelId="{2038CBF8-8C7A-AA46-994D-57969110EBC8}" type="presOf" srcId="{4A9B2D98-5C07-3C46-94C5-0A8B54D03817}" destId="{CB7B1290-0729-5949-8C7C-10F6C9B87EFC}" srcOrd="1" destOrd="0" presId="urn:microsoft.com/office/officeart/2005/8/layout/process1"/>
    <dgm:cxn modelId="{8FEA15C9-96A2-404D-AEC4-1273EC8F3B70}" type="presParOf" srcId="{C4B06FC7-859E-144D-A41F-9DAC6E093BD0}" destId="{C628DB03-F30D-234A-B4A6-0DDDE00A87F8}" srcOrd="0" destOrd="0" presId="urn:microsoft.com/office/officeart/2005/8/layout/process1"/>
    <dgm:cxn modelId="{E335FF2C-CB34-5E41-833A-398EE84C921D}" type="presParOf" srcId="{C4B06FC7-859E-144D-A41F-9DAC6E093BD0}" destId="{171FAE46-8501-0B45-B987-219EC9B5E15F}" srcOrd="1" destOrd="0" presId="urn:microsoft.com/office/officeart/2005/8/layout/process1"/>
    <dgm:cxn modelId="{8BC8741C-6AA0-394B-AE0B-D62646C162C7}" type="presParOf" srcId="{171FAE46-8501-0B45-B987-219EC9B5E15F}" destId="{CB7B1290-0729-5949-8C7C-10F6C9B87EFC}" srcOrd="0" destOrd="0" presId="urn:microsoft.com/office/officeart/2005/8/layout/process1"/>
    <dgm:cxn modelId="{7094B3D5-4C31-EA42-AA66-5BB7F96C7137}" type="presParOf" srcId="{C4B06FC7-859E-144D-A41F-9DAC6E093BD0}" destId="{E9005DAD-7D32-C74B-956B-D86B9E10F194}" srcOrd="2" destOrd="0" presId="urn:microsoft.com/office/officeart/2005/8/layout/process1"/>
    <dgm:cxn modelId="{A7553647-511F-FE47-B25C-B3F9553B59F8}" type="presParOf" srcId="{C4B06FC7-859E-144D-A41F-9DAC6E093BD0}" destId="{0900089A-4F5F-C443-AD01-A006C2879366}" srcOrd="3" destOrd="0" presId="urn:microsoft.com/office/officeart/2005/8/layout/process1"/>
    <dgm:cxn modelId="{F6C27340-EB4E-6E4F-B54C-377625C17B3A}" type="presParOf" srcId="{0900089A-4F5F-C443-AD01-A006C2879366}" destId="{773248D3-B8E9-5045-A04E-551580941E0F}" srcOrd="0" destOrd="0" presId="urn:microsoft.com/office/officeart/2005/8/layout/process1"/>
    <dgm:cxn modelId="{336CD12E-14C2-EA45-97E8-2A5F7F273668}" type="presParOf" srcId="{C4B06FC7-859E-144D-A41F-9DAC6E093BD0}" destId="{505B992E-11A0-1A4A-B7B4-E2F8CF5B432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8DB03-F30D-234A-B4A6-0DDDE00A87F8}">
      <dsp:nvSpPr>
        <dsp:cNvPr id="0" name=""/>
        <dsp:cNvSpPr/>
      </dsp:nvSpPr>
      <dsp:spPr>
        <a:xfrm>
          <a:off x="7330" y="2051988"/>
          <a:ext cx="2191150" cy="1314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>
              <a:latin typeface="Trebuchet MS" panose="020B0603020202020204"/>
            </a:rPr>
            <a:t>儲存全部序列</a:t>
          </a:r>
          <a:endParaRPr lang="en-US" altLang="zh-TW" sz="2500" kern="1200"/>
        </a:p>
      </dsp:txBody>
      <dsp:txXfrm>
        <a:off x="45836" y="2090494"/>
        <a:ext cx="2114138" cy="1237678"/>
      </dsp:txXfrm>
    </dsp:sp>
    <dsp:sp modelId="{171FAE46-8501-0B45-B987-219EC9B5E15F}">
      <dsp:nvSpPr>
        <dsp:cNvPr id="0" name=""/>
        <dsp:cNvSpPr/>
      </dsp:nvSpPr>
      <dsp:spPr>
        <a:xfrm>
          <a:off x="2417595" y="2437630"/>
          <a:ext cx="464523" cy="5434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2417595" y="2546311"/>
        <a:ext cx="325166" cy="326043"/>
      </dsp:txXfrm>
    </dsp:sp>
    <dsp:sp modelId="{E9005DAD-7D32-C74B-956B-D86B9E10F194}">
      <dsp:nvSpPr>
        <dsp:cNvPr id="0" name=""/>
        <dsp:cNvSpPr/>
      </dsp:nvSpPr>
      <dsp:spPr>
        <a:xfrm>
          <a:off x="3074940" y="2051988"/>
          <a:ext cx="2191150" cy="1314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>
              <a:latin typeface="Trebuchet MS" panose="020B0603020202020204"/>
            </a:rPr>
            <a:t>判斷GCS</a:t>
          </a:r>
          <a:endParaRPr lang="zh-TW" altLang="en-US" sz="2500" kern="1200"/>
        </a:p>
      </dsp:txBody>
      <dsp:txXfrm>
        <a:off x="3113446" y="2090494"/>
        <a:ext cx="2114138" cy="1237678"/>
      </dsp:txXfrm>
    </dsp:sp>
    <dsp:sp modelId="{0900089A-4F5F-C443-AD01-A006C2879366}">
      <dsp:nvSpPr>
        <dsp:cNvPr id="0" name=""/>
        <dsp:cNvSpPr/>
      </dsp:nvSpPr>
      <dsp:spPr>
        <a:xfrm>
          <a:off x="5485206" y="2437630"/>
          <a:ext cx="464523" cy="5434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/>
        </a:p>
      </dsp:txBody>
      <dsp:txXfrm>
        <a:off x="5485206" y="2546311"/>
        <a:ext cx="325166" cy="326043"/>
      </dsp:txXfrm>
    </dsp:sp>
    <dsp:sp modelId="{505B992E-11A0-1A4A-B7B4-E2F8CF5B4321}">
      <dsp:nvSpPr>
        <dsp:cNvPr id="0" name=""/>
        <dsp:cNvSpPr/>
      </dsp:nvSpPr>
      <dsp:spPr>
        <a:xfrm>
          <a:off x="6142551" y="2051988"/>
          <a:ext cx="2191150" cy="13146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500" kern="1200"/>
            <a:t>判斷</a:t>
          </a:r>
          <a:r>
            <a:rPr lang="zh-TW" altLang="en-US" sz="2500" kern="1200">
              <a:latin typeface="Trebuchet MS" panose="020B0603020202020204"/>
            </a:rPr>
            <a:t>CZCS</a:t>
          </a:r>
          <a:endParaRPr lang="en-US" altLang="zh-TW" sz="2500" kern="1200"/>
        </a:p>
      </dsp:txBody>
      <dsp:txXfrm>
        <a:off x="6181057" y="2090494"/>
        <a:ext cx="2114138" cy="1237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671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336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954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684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755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757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90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883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0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380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02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5407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5025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0834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1682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715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9590A-7963-E345-A38B-172276DDD387}" type="datetimeFigureOut">
              <a:rPr kumimoji="1" lang="zh-TW" altLang="en-US" smtClean="0"/>
              <a:t>2023/1/6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47F182-511C-8F41-B9AC-EE63EBDB99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501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A96EB9-689D-7EF8-FED6-D92F0A120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>
                <a:ea typeface="微軟正黑體"/>
              </a:rPr>
              <a:t>期末序列報告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3E67D9-E8F5-AA99-75FC-E8869CCDE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kumimoji="1" lang="en-US" altLang="zh-TW">
                <a:ea typeface="微軟正黑體"/>
              </a:rPr>
              <a:t>N96014116</a:t>
            </a:r>
            <a:r>
              <a:rPr kumimoji="1" lang="zh-TW" altLang="en-US">
                <a:ea typeface="微軟正黑體"/>
              </a:rPr>
              <a:t>陳冠綸</a:t>
            </a:r>
            <a:endParaRPr kumimoji="1" lang="en-US" altLang="zh-TW">
              <a:ea typeface="微軟正黑體"/>
            </a:endParaRPr>
          </a:p>
          <a:p>
            <a:r>
              <a:rPr kumimoji="1" lang="en-US" altLang="zh-TW">
                <a:ea typeface="微軟正黑體"/>
              </a:rPr>
              <a:t>N96111566</a:t>
            </a:r>
            <a:r>
              <a:rPr kumimoji="1" lang="zh-TW" altLang="en-US">
                <a:ea typeface="微軟正黑體"/>
              </a:rPr>
              <a:t>朱柏宇</a:t>
            </a:r>
            <a:endParaRPr lang="zh-TW" altLang="en-US">
              <a:ea typeface="微軟正黑體"/>
            </a:endParaRPr>
          </a:p>
          <a:p>
            <a:r>
              <a:rPr lang="zh-TW" altLang="en-US">
                <a:ea typeface="微軟正黑體"/>
              </a:rPr>
              <a:t>N96</a:t>
            </a:r>
            <a:r>
              <a:rPr lang="en-US" altLang="zh-TW">
                <a:ea typeface="微軟正黑體"/>
              </a:rPr>
              <a:t>1110</a:t>
            </a:r>
            <a:r>
              <a:rPr lang="zh-TW" altLang="en-US">
                <a:ea typeface="微軟正黑體"/>
              </a:rPr>
              <a:t>37潘俊宏</a:t>
            </a:r>
          </a:p>
          <a:p>
            <a:r>
              <a:rPr lang="en-US" altLang="zh-TW">
                <a:ea typeface="微軟正黑體"/>
              </a:rPr>
              <a:t>N96111061</a:t>
            </a:r>
            <a:r>
              <a:rPr lang="zh-TW" altLang="en-US">
                <a:ea typeface="微軟正黑體"/>
              </a:rPr>
              <a:t>楊浩</a:t>
            </a:r>
          </a:p>
        </p:txBody>
      </p:sp>
    </p:spTree>
    <p:extLst>
      <p:ext uri="{BB962C8B-B14F-4D97-AF65-F5344CB8AC3E}">
        <p14:creationId xmlns:p14="http://schemas.microsoft.com/office/powerpoint/2010/main" val="223491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35B514-D8FE-00C2-7ABC-A7CAB331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706011" cy="591458"/>
          </a:xfrm>
        </p:spPr>
        <p:txBody>
          <a:bodyPr>
            <a:normAutofit fontScale="90000"/>
          </a:bodyPr>
          <a:lstStyle/>
          <a:p>
            <a:r>
              <a:rPr kumimoji="1" lang="zh-TW" altLang="en-US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A89AE-3E98-B6C4-5432-6944B8BF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kumimoji="1" lang="zh-TW" altLang="en-US"/>
              <a:t>尋找思路</a:t>
            </a:r>
            <a:endParaRPr lang="en-US" altLang="zh-TW"/>
          </a:p>
          <a:p>
            <a:pPr>
              <a:buFont typeface="Arial" charset="2"/>
              <a:buChar char="•"/>
            </a:pPr>
            <a:r>
              <a:rPr kumimoji="1" lang="zh-TW" altLang="en-US"/>
              <a:t>加速方法</a:t>
            </a:r>
            <a:endParaRPr lang="en-US" altLang="zh-TW"/>
          </a:p>
          <a:p>
            <a:pPr>
              <a:buFont typeface="Arial" charset="2"/>
              <a:buChar char="•"/>
            </a:pPr>
            <a:r>
              <a:rPr kumimoji="1" lang="zh-TW" altLang="en-US"/>
              <a:t>程式實作</a:t>
            </a:r>
            <a:endParaRPr lang="en-US" altLang="zh-TW"/>
          </a:p>
          <a:p>
            <a:pPr>
              <a:buFont typeface="Arial" charset="2"/>
              <a:buChar char="•"/>
            </a:pPr>
            <a:r>
              <a:rPr kumimoji="1" lang="zh-TW" altLang="en-US"/>
              <a:t>參考文獻</a:t>
            </a:r>
            <a:endParaRPr lang="en-US" altLang="zh-TW"/>
          </a:p>
          <a:p>
            <a:endParaRPr kumimoji="1" lang="en-US" altLang="zh-TW"/>
          </a:p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88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BE755F10-044E-1667-365B-D0B027AAB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747488"/>
              </p:ext>
            </p:extLst>
          </p:nvPr>
        </p:nvGraphicFramePr>
        <p:xfrm>
          <a:off x="1058193" y="-268790"/>
          <a:ext cx="834103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標題 1">
            <a:extLst>
              <a:ext uri="{FF2B5EF4-FFF2-40B4-BE49-F238E27FC236}">
                <a16:creationId xmlns:a16="http://schemas.microsoft.com/office/drawing/2014/main" id="{25361DB0-9D75-0A0E-AF6A-C73AD0AF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849011" cy="591458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尋找思路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2541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B7A34-143A-AEDB-85B2-9AEC3A90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73629"/>
            <a:ext cx="8596668" cy="1320800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kumimoji="1" lang="zh-TW" altLang="en-US" sz="2400">
                <a:ea typeface="微軟正黑體"/>
              </a:rPr>
              <a:t>改寫xcorr </a:t>
            </a:r>
            <a:r>
              <a:rPr kumimoji="1" lang="en-US" altLang="zh-TW" sz="2400" err="1">
                <a:ea typeface="微軟正黑體"/>
              </a:rPr>
              <a:t>aacf</a:t>
            </a:r>
            <a:endParaRPr lang="zh-TW" altLang="en-US" sz="2400" err="1">
              <a:ea typeface="微軟正黑體"/>
            </a:endParaRPr>
          </a:p>
        </p:txBody>
      </p:sp>
      <p:pic>
        <p:nvPicPr>
          <p:cNvPr id="4" name="Picture 4" descr="Text, letter&#10;&#10;Description automatically generated">
            <a:extLst>
              <a:ext uri="{FF2B5EF4-FFF2-40B4-BE49-F238E27FC236}">
                <a16:creationId xmlns:a16="http://schemas.microsoft.com/office/drawing/2014/main" id="{1A2A8CC6-767C-68BB-77DE-DDAD60F0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916" y="2415050"/>
            <a:ext cx="6011209" cy="2931086"/>
          </a:xfrm>
        </p:spPr>
      </p:pic>
      <p:pic>
        <p:nvPicPr>
          <p:cNvPr id="3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4F70B323-FA5A-1C70-DB55-2E060CDA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637" y="430455"/>
            <a:ext cx="5877465" cy="6388975"/>
          </a:xfrm>
          <a:prstGeom prst="rect">
            <a:avLst/>
          </a:prstGeom>
        </p:spPr>
      </p:pic>
      <p:sp>
        <p:nvSpPr>
          <p:cNvPr id="6" name="向右箭號 5">
            <a:extLst>
              <a:ext uri="{FF2B5EF4-FFF2-40B4-BE49-F238E27FC236}">
                <a16:creationId xmlns:a16="http://schemas.microsoft.com/office/drawing/2014/main" id="{F3BA37C6-4E94-E9E0-2829-3FC4B701070E}"/>
              </a:ext>
            </a:extLst>
          </p:cNvPr>
          <p:cNvSpPr/>
          <p:nvPr/>
        </p:nvSpPr>
        <p:spPr>
          <a:xfrm>
            <a:off x="5094514" y="2960914"/>
            <a:ext cx="1001486" cy="333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5BF895-E4E6-25BF-5B76-4313E79FD38D}"/>
              </a:ext>
            </a:extLst>
          </p:cNvPr>
          <p:cNvSpPr txBox="1"/>
          <p:nvPr/>
        </p:nvSpPr>
        <p:spPr>
          <a:xfrm>
            <a:off x="5041259" y="25915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/>
              <a:t>改寫成Ｃ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BCC1596A-2CA0-204D-742D-115EAF447055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加速方法</a:t>
            </a:r>
          </a:p>
        </p:txBody>
      </p:sp>
    </p:spTree>
    <p:extLst>
      <p:ext uri="{BB962C8B-B14F-4D97-AF65-F5344CB8AC3E}">
        <p14:creationId xmlns:p14="http://schemas.microsoft.com/office/powerpoint/2010/main" val="150733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142548AD-EC66-4DE0-B095-3D0CCB82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571" y="98716"/>
            <a:ext cx="5806109" cy="7240281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6EA9A117-9835-6EA9-AD02-A1CFB27BACCF}"/>
              </a:ext>
            </a:extLst>
          </p:cNvPr>
          <p:cNvSpPr txBox="1">
            <a:spLocks/>
          </p:cNvSpPr>
          <p:nvPr/>
        </p:nvSpPr>
        <p:spPr>
          <a:xfrm>
            <a:off x="677334" y="1273629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kumimoji="1" lang="zh-TW" altLang="en-US" sz="2400">
                <a:ea typeface="微軟正黑體"/>
              </a:rPr>
              <a:t>改寫xcorr </a:t>
            </a:r>
            <a:r>
              <a:rPr kumimoji="1" lang="en-US" altLang="zh-TW" sz="2400">
                <a:ea typeface="微軟正黑體"/>
              </a:rPr>
              <a:t>accf</a:t>
            </a:r>
            <a:endParaRPr lang="zh-TW" altLang="en-US" sz="2400" err="1">
              <a:ea typeface="微軟正黑體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C4AAA2D5-B411-F716-8E7A-4777FEEC3610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加速方法</a:t>
            </a:r>
          </a:p>
        </p:txBody>
      </p:sp>
    </p:spTree>
    <p:extLst>
      <p:ext uri="{BB962C8B-B14F-4D97-AF65-F5344CB8AC3E}">
        <p14:creationId xmlns:p14="http://schemas.microsoft.com/office/powerpoint/2010/main" val="57818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472443AD-5CCF-2CE9-B305-19BCA6369C3D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程式實作</a:t>
            </a:r>
          </a:p>
        </p:txBody>
      </p:sp>
      <p:pic>
        <p:nvPicPr>
          <p:cNvPr id="2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4CFF0C3-BA87-5D99-823F-78BD6DDC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7" y="1096840"/>
            <a:ext cx="8055429" cy="59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7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472443AD-5CCF-2CE9-B305-19BCA6369C3D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程式實作</a:t>
            </a:r>
          </a:p>
        </p:txBody>
      </p:sp>
      <p:pic>
        <p:nvPicPr>
          <p:cNvPr id="9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2FF2583B-7614-6C01-038B-AA1663F8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41" y="1273596"/>
            <a:ext cx="8294913" cy="56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9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472443AD-5CCF-2CE9-B305-19BCA6369C3D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程式實作</a:t>
            </a:r>
          </a:p>
        </p:txBody>
      </p:sp>
      <p:pic>
        <p:nvPicPr>
          <p:cNvPr id="6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EDB5971A-C107-F8DC-0F4D-F045EDBC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14" y="1151964"/>
            <a:ext cx="9024256" cy="55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8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75F9A2-6E4D-8906-E291-5BEFEBCA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777"/>
            <a:ext cx="8596668" cy="3880773"/>
          </a:xfrm>
        </p:spPr>
        <p:txBody>
          <a:bodyPr/>
          <a:lstStyle/>
          <a:p>
            <a:endParaRPr lang="en-US" altLang="zh-TW"/>
          </a:p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0227DD5D-5176-B63B-FE8D-5BFE479DA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18138"/>
              </p:ext>
            </p:extLst>
          </p:nvPr>
        </p:nvGraphicFramePr>
        <p:xfrm>
          <a:off x="628171" y="1178672"/>
          <a:ext cx="10767883" cy="5432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061">
                  <a:extLst>
                    <a:ext uri="{9D8B030D-6E8A-4147-A177-3AD203B41FA5}">
                      <a16:colId xmlns:a16="http://schemas.microsoft.com/office/drawing/2014/main" val="1879988612"/>
                    </a:ext>
                  </a:extLst>
                </a:gridCol>
                <a:gridCol w="526407">
                  <a:extLst>
                    <a:ext uri="{9D8B030D-6E8A-4147-A177-3AD203B41FA5}">
                      <a16:colId xmlns:a16="http://schemas.microsoft.com/office/drawing/2014/main" val="2633344505"/>
                    </a:ext>
                  </a:extLst>
                </a:gridCol>
                <a:gridCol w="8905461">
                  <a:extLst>
                    <a:ext uri="{9D8B030D-6E8A-4147-A177-3AD203B41FA5}">
                      <a16:colId xmlns:a16="http://schemas.microsoft.com/office/drawing/2014/main" val="2187234196"/>
                    </a:ext>
                  </a:extLst>
                </a:gridCol>
                <a:gridCol w="750954">
                  <a:extLst>
                    <a:ext uri="{9D8B030D-6E8A-4147-A177-3AD203B41FA5}">
                      <a16:colId xmlns:a16="http://schemas.microsoft.com/office/drawing/2014/main" val="129981769"/>
                    </a:ext>
                  </a:extLst>
                </a:gridCol>
              </a:tblGrid>
              <a:tr h="493873">
                <a:tc>
                  <a:txBody>
                    <a:bodyPr/>
                    <a:lstStyle/>
                    <a:p>
                      <a:r>
                        <a:rPr lang="en-US" altLang="zh-TW"/>
                        <a:t>L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Z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Sequence N=4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組數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97511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r>
                        <a:rPr lang="en-US" altLang="zh-TW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TW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++,++,-+,+-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531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r>
                        <a:rPr lang="en-US" altLang="zh-TW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dirty="0"/>
                        <a:t>+++,++-,+-+,+--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TW" dirty="0"/>
                        <a:t>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45721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r>
                        <a:rPr lang="en-US" altLang="zh-TW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kern="1200" noProof="0"/>
                        <a:t>++++,+-+-,++--,-++-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128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22063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r>
                        <a:rPr lang="en-US" altLang="zh-TW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++++-,+++-+,-++-+,+---+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448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097832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/>
                        <a:t>+++++-,++--++,+-+-++,++-+--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dirty="0"/>
                        <a:t>224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41140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++-----,+-++-++,+-+-+++,+--+++-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894651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++-+-+++,--+-+---,--+--+++,--+--+++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47351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+++++-+-+,+++++--+-,+++--++-+,+++--+-+-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294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96378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+-+++++--+,+-+++-++++,+-+++---+-,+-++---+--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233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64035"/>
                  </a:ext>
                </a:extLst>
              </a:tr>
              <a:tr h="49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/>
                        <a:t>+-+-+++++--,+++-++--+++,+---+--+-++,++++-+-++--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367713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08E439A-D22A-A661-C1B6-9A08CAB2C9B6}"/>
              </a:ext>
            </a:extLst>
          </p:cNvPr>
          <p:cNvSpPr txBox="1"/>
          <p:nvPr/>
        </p:nvSpPr>
        <p:spPr>
          <a:xfrm>
            <a:off x="628171" y="809340"/>
            <a:ext cx="61574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>
                <a:ea typeface="微軟正黑體"/>
              </a:rPr>
              <a:t>以下為電腦搜出之CZCS (Optimal)</a:t>
            </a:r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618CC8ED-23BC-0574-D74F-FED66C32CF81}"/>
              </a:ext>
            </a:extLst>
          </p:cNvPr>
          <p:cNvSpPr txBox="1">
            <a:spLocks/>
          </p:cNvSpPr>
          <p:nvPr/>
        </p:nvSpPr>
        <p:spPr>
          <a:xfrm>
            <a:off x="242754" y="8279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 dirty="0">
                <a:ea typeface="微軟正黑體"/>
              </a:rPr>
              <a:t>成果</a:t>
            </a:r>
          </a:p>
        </p:txBody>
      </p:sp>
    </p:spTree>
    <p:extLst>
      <p:ext uri="{BB962C8B-B14F-4D97-AF65-F5344CB8AC3E}">
        <p14:creationId xmlns:p14="http://schemas.microsoft.com/office/powerpoint/2010/main" val="7258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75F9A2-6E4D-8906-E291-5BEFEBCA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777"/>
            <a:ext cx="8596668" cy="3880773"/>
          </a:xfrm>
        </p:spPr>
        <p:txBody>
          <a:bodyPr/>
          <a:lstStyle/>
          <a:p>
            <a:endParaRPr lang="en-US" altLang="zh-TW"/>
          </a:p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0227DD5D-5176-B63B-FE8D-5BFE479DA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082753"/>
              </p:ext>
            </p:extLst>
          </p:nvPr>
        </p:nvGraphicFramePr>
        <p:xfrm>
          <a:off x="242754" y="1667916"/>
          <a:ext cx="11833289" cy="464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247">
                  <a:extLst>
                    <a:ext uri="{9D8B030D-6E8A-4147-A177-3AD203B41FA5}">
                      <a16:colId xmlns:a16="http://schemas.microsoft.com/office/drawing/2014/main" val="1879988612"/>
                    </a:ext>
                  </a:extLst>
                </a:gridCol>
                <a:gridCol w="590748">
                  <a:extLst>
                    <a:ext uri="{9D8B030D-6E8A-4147-A177-3AD203B41FA5}">
                      <a16:colId xmlns:a16="http://schemas.microsoft.com/office/drawing/2014/main" val="2633344505"/>
                    </a:ext>
                  </a:extLst>
                </a:gridCol>
                <a:gridCol w="8908669">
                  <a:extLst>
                    <a:ext uri="{9D8B030D-6E8A-4147-A177-3AD203B41FA5}">
                      <a16:colId xmlns:a16="http://schemas.microsoft.com/office/drawing/2014/main" val="2187234196"/>
                    </a:ext>
                  </a:extLst>
                </a:gridCol>
                <a:gridCol w="944398">
                  <a:extLst>
                    <a:ext uri="{9D8B030D-6E8A-4147-A177-3AD203B41FA5}">
                      <a16:colId xmlns:a16="http://schemas.microsoft.com/office/drawing/2014/main" val="395860420"/>
                    </a:ext>
                  </a:extLst>
                </a:gridCol>
                <a:gridCol w="816227">
                  <a:extLst>
                    <a:ext uri="{9D8B030D-6E8A-4147-A177-3AD203B41FA5}">
                      <a16:colId xmlns:a16="http://schemas.microsoft.com/office/drawing/2014/main" val="1345730860"/>
                    </a:ext>
                  </a:extLst>
                </a:gridCol>
              </a:tblGrid>
              <a:tr h="571070">
                <a:tc>
                  <a:txBody>
                    <a:bodyPr/>
                    <a:lstStyle/>
                    <a:p>
                      <a:r>
                        <a:rPr lang="en-US" altLang="zh-TW"/>
                        <a:t>L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Z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Sequence N=4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造法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組數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97511"/>
                  </a:ext>
                </a:extLst>
              </a:tr>
              <a:tr h="643362">
                <a:tc>
                  <a:txBody>
                    <a:bodyPr/>
                    <a:lstStyle/>
                    <a:p>
                      <a:r>
                        <a:rPr lang="en-US" altLang="zh-TW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sz="1800" b="0" i="0" u="none" strike="noStrike" noProof="0" dirty="0"/>
                        <a:t>+++++-++--++, ++--+++-+-++, +++++---++--, ++--++-+-+--</a:t>
                      </a:r>
                      <a:endParaRPr lang="en-US" altLang="zh-TW" sz="1800" b="0" i="0" u="none" strike="noStrike" kern="12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22063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/>
                        <a:t>+++++-+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++--++,</a:t>
                      </a:r>
                      <a:r>
                        <a:rPr lang="en-US" sz="1800" b="0" i="0" u="none" strike="noStrike" noProof="0"/>
                        <a:t>++--++-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+-+-++,</a:t>
                      </a:r>
                      <a:r>
                        <a:rPr lang="en-US" sz="1800" b="0" i="0" u="none" strike="noStrike" noProof="0"/>
                        <a:t>-----++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++--++,</a:t>
                      </a:r>
                      <a:r>
                        <a:rPr lang="en-US" sz="1800" b="0" i="0" u="none" strike="noStrike" noProof="0"/>
                        <a:t>-+-+---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++-+--</a:t>
                      </a:r>
                      <a:endParaRPr lang="en-US" altLang="zh-TW" sz="1800" b="0" i="0" u="none" strike="noStrike" noProof="0">
                        <a:latin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097832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sz="1800" b="0" i="0" u="none" strike="noStrike" noProof="0">
                          <a:latin typeface="+mn-lt"/>
                        </a:rPr>
                        <a:t>++++--++++-+-+, ++-++--++-++--, ++++--+----++-, +++-+-+--+--++</a:t>
                      </a:r>
                      <a:endParaRPr lang="en-US" altLang="zh-TW" sz="1800" b="0" i="0" u="none" strike="noStrike" noProof="0">
                        <a:latin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31976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++++--+++++-+-+,++-++---+----+-,----+++++++-+-+,--+--+--+----+-</a:t>
                      </a:r>
                      <a:endParaRPr lang="en-US" sz="1800" b="0" i="0" u="none" strike="noStrike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85660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sz="1800" b="0" i="0" u="none" strike="noStrike" noProof="0"/>
                        <a:t>+++-++-++++-+--, +++-+---+-++-+++, +++-++-+---+-+++, +-++-+++-+++--+</a:t>
                      </a:r>
                      <a:endParaRPr lang="en-US" altLang="zh-TW" sz="1800" b="0" i="0" u="none" strike="noStrike" noProof="0">
                        <a:latin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8491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/>
                        <a:t>+++-++-++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+++-+---,</a:t>
                      </a:r>
                      <a:r>
                        <a:rPr lang="en-US" sz="1800" b="0" i="0" u="none" strike="noStrike" noProof="0"/>
                        <a:t>+-++-+++-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+---+++-,---+--+-</a:t>
                      </a:r>
                      <a:r>
                        <a:rPr lang="en-US" sz="1800" b="0" i="0" u="none" strike="noStrike" noProof="0"/>
                        <a:t>+</a:t>
                      </a:r>
                      <a:r>
                        <a:rPr lang="en-US" altLang="zh-TW" sz="1800" b="0" i="0" u="none" strike="noStrike" noProof="0">
                          <a:latin typeface="Trebuchet MS"/>
                        </a:rPr>
                        <a:t>+++-+---,-+--+---</a:t>
                      </a:r>
                      <a:r>
                        <a:rPr lang="en-US" sz="1800" b="0" i="0" u="none" strike="noStrike" noProof="0"/>
                        <a:t>-</a:t>
                      </a:r>
                      <a:r>
                        <a:rPr lang="en-US" sz="1800" b="0" i="0" u="none" strike="noStrike" noProof="0">
                          <a:latin typeface="Trebuchet MS"/>
                        </a:rPr>
                        <a:t>+---+++-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37610"/>
                  </a:ext>
                </a:extLst>
              </a:tr>
              <a:tr h="57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sz="1800" b="0" i="0" u="none" strike="noStrike" noProof="0">
                          <a:latin typeface="+mn-lt"/>
                        </a:rPr>
                        <a:t>++++++++-+++-+--+-, +++-+--+-++-++--++, ++++++++-++-++--++, ++-++--++-++++++-</a:t>
                      </a:r>
                      <a:endParaRPr lang="en-US" altLang="zh-TW" sz="1800" b="0" i="0" u="none" strike="noStrike" noProof="0">
                        <a:latin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dirty="0"/>
                        <a:t>294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74950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0A6C1084-CBCD-9FCD-352C-F832158CDD94}"/>
              </a:ext>
            </a:extLst>
          </p:cNvPr>
          <p:cNvSpPr txBox="1">
            <a:spLocks/>
          </p:cNvSpPr>
          <p:nvPr/>
        </p:nvSpPr>
        <p:spPr>
          <a:xfrm>
            <a:off x="242754" y="8279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 dirty="0">
                <a:ea typeface="微軟正黑體"/>
              </a:rPr>
              <a:t>成果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07C6BD3-164E-2939-5B88-08DF8010A1A9}"/>
              </a:ext>
            </a:extLst>
          </p:cNvPr>
          <p:cNvSpPr txBox="1"/>
          <p:nvPr/>
        </p:nvSpPr>
        <p:spPr>
          <a:xfrm>
            <a:off x="242754" y="1235445"/>
            <a:ext cx="637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+mn-ea"/>
              </a:rPr>
              <a:t>造法出自於講義，數字為第幾個造法，詳細資訊如附錄一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B9C98F1-0915-F409-270F-D5ECB819FC55}"/>
              </a:ext>
            </a:extLst>
          </p:cNvPr>
          <p:cNvSpPr txBox="1"/>
          <p:nvPr/>
        </p:nvSpPr>
        <p:spPr>
          <a:xfrm>
            <a:off x="242754" y="848621"/>
            <a:ext cx="637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+mn-ea"/>
              </a:rPr>
              <a:t>利用講義的造法造出的</a:t>
            </a:r>
            <a:r>
              <a:rPr lang="en-US" altLang="zh-TW" dirty="0">
                <a:latin typeface="+mn-ea"/>
              </a:rPr>
              <a:t>CZCS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非</a:t>
            </a:r>
            <a:r>
              <a:rPr lang="en-US" altLang="zh-TW" dirty="0">
                <a:latin typeface="+mn-ea"/>
              </a:rPr>
              <a:t>optimal)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07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75F9A2-6E4D-8906-E291-5BEFEBCA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777"/>
            <a:ext cx="8596668" cy="3880773"/>
          </a:xfrm>
        </p:spPr>
        <p:txBody>
          <a:bodyPr/>
          <a:lstStyle/>
          <a:p>
            <a:endParaRPr lang="en-US" altLang="zh-TW"/>
          </a:p>
          <a:p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A6C1084-CBCD-9FCD-352C-F832158CDD94}"/>
              </a:ext>
            </a:extLst>
          </p:cNvPr>
          <p:cNvSpPr txBox="1">
            <a:spLocks/>
          </p:cNvSpPr>
          <p:nvPr/>
        </p:nvSpPr>
        <p:spPr>
          <a:xfrm>
            <a:off x="242754" y="8279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Arial"/>
              <a:buChar char="•"/>
            </a:pPr>
            <a:r>
              <a:rPr lang="zh-TW" altLang="en-US">
                <a:ea typeface="微軟正黑體"/>
              </a:rPr>
              <a:t>成果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D4B5C7-4C66-DE2C-8BA9-19DF802B7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266825"/>
              </p:ext>
            </p:extLst>
          </p:nvPr>
        </p:nvGraphicFramePr>
        <p:xfrm>
          <a:off x="469142" y="1274177"/>
          <a:ext cx="10344633" cy="5138824"/>
        </p:xfrm>
        <a:graphic>
          <a:graphicData uri="http://schemas.openxmlformats.org/drawingml/2006/table">
            <a:tbl>
              <a:tblPr firstRow="1" bandRow="1"/>
              <a:tblGrid>
                <a:gridCol w="504343">
                  <a:extLst>
                    <a:ext uri="{9D8B030D-6E8A-4147-A177-3AD203B41FA5}">
                      <a16:colId xmlns:a16="http://schemas.microsoft.com/office/drawing/2014/main" val="380415673"/>
                    </a:ext>
                  </a:extLst>
                </a:gridCol>
                <a:gridCol w="515551">
                  <a:extLst>
                    <a:ext uri="{9D8B030D-6E8A-4147-A177-3AD203B41FA5}">
                      <a16:colId xmlns:a16="http://schemas.microsoft.com/office/drawing/2014/main" val="3576642033"/>
                    </a:ext>
                  </a:extLst>
                </a:gridCol>
                <a:gridCol w="7778088">
                  <a:extLst>
                    <a:ext uri="{9D8B030D-6E8A-4147-A177-3AD203B41FA5}">
                      <a16:colId xmlns:a16="http://schemas.microsoft.com/office/drawing/2014/main" val="1048091736"/>
                    </a:ext>
                  </a:extLst>
                </a:gridCol>
                <a:gridCol w="829364">
                  <a:extLst>
                    <a:ext uri="{9D8B030D-6E8A-4147-A177-3AD203B41FA5}">
                      <a16:colId xmlns:a16="http://schemas.microsoft.com/office/drawing/2014/main" val="917657637"/>
                    </a:ext>
                  </a:extLst>
                </a:gridCol>
                <a:gridCol w="717287">
                  <a:extLst>
                    <a:ext uri="{9D8B030D-6E8A-4147-A177-3AD203B41FA5}">
                      <a16:colId xmlns:a16="http://schemas.microsoft.com/office/drawing/2014/main" val="2192830816"/>
                    </a:ext>
                  </a:extLst>
                </a:gridCol>
              </a:tblGrid>
              <a:tr h="537729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Sequence N=4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造法</a:t>
                      </a:r>
                      <a:endParaRPr lang="en-US" altLang="zh-TW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組數</a:t>
                      </a:r>
                      <a:endParaRPr lang="en-US" altLang="zh-TW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258157"/>
                  </a:ext>
                </a:extLst>
              </a:tr>
              <a:tr h="537729"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++++++++-++++-+--+-,++-++--++-+-+--+--+,--------+++++-+--+-,--+--++---+-+--+--+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294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200123"/>
                  </a:ext>
                </a:extLst>
              </a:tr>
              <a:tr h="846659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20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10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+++++++-+++--+++--+-, -+-++--++--+-++---++, +++++++-++--+---++-+, -+-++---++-++-+-++-+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233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647481"/>
                  </a:ext>
                </a:extLst>
              </a:tr>
              <a:tr h="846659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21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+++++++-+++++--+++--+, -+-++---++---+-+--+-, -------+--+++--+++--+, +-+--+++------+-+--+-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dirty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233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640600"/>
                  </a:ext>
                </a:extLst>
              </a:tr>
              <a:tr h="846659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22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11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+-+-+++++--+++-++--+++, +---+--+-++++++-+-++--, </a:t>
                      </a: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+++++++-++---+--++---, </a:t>
                      </a:r>
                      <a:r>
                        <a:rPr lang="en-US" sz="20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+---+--+-++----+-+--++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56557"/>
                  </a:ext>
                </a:extLst>
              </a:tr>
              <a:tr h="846659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23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+-+-+++++--++++-++--+++,+---+--+-++-++++-+-++--,-+-+-----++++++-++--+++,-+++-++-+---++++-+-++--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668265"/>
                  </a:ext>
                </a:extLst>
              </a:tr>
              <a:tr h="537729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80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80</a:t>
                      </a:r>
                      <a:endParaRPr lang="en-US" altLang="zh-TW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附錄</a:t>
                      </a:r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(</a:t>
                      </a:r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一</a:t>
                      </a:r>
                      <a:r>
                        <a:rPr lang="en-US" altLang="zh-TW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)</a:t>
                      </a:r>
                      <a:endParaRPr lang="zh-TW" alt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8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320</a:t>
                      </a:r>
                      <a:endParaRPr lang="en-US" altLang="zh-TW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130" marR="67130" marT="33565" marB="3356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79149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4A2FC43B-C3E1-E806-C7D0-A35A91E62A0F}"/>
              </a:ext>
            </a:extLst>
          </p:cNvPr>
          <p:cNvSpPr txBox="1"/>
          <p:nvPr/>
        </p:nvSpPr>
        <p:spPr>
          <a:xfrm>
            <a:off x="261538" y="743197"/>
            <a:ext cx="637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+mn-ea"/>
              </a:rPr>
              <a:t>造法出自於講義，數字為第幾個造法</a:t>
            </a:r>
          </a:p>
        </p:txBody>
      </p:sp>
    </p:spTree>
    <p:extLst>
      <p:ext uri="{BB962C8B-B14F-4D97-AF65-F5344CB8AC3E}">
        <p14:creationId xmlns:p14="http://schemas.microsoft.com/office/powerpoint/2010/main" val="215274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4">
            <a:extLst>
              <a:ext uri="{FF2B5EF4-FFF2-40B4-BE49-F238E27FC236}">
                <a16:creationId xmlns:a16="http://schemas.microsoft.com/office/drawing/2014/main" id="{A07C27F1-9C5C-75A3-C623-6C70BA8EF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6229" y="1725636"/>
            <a:ext cx="6165772" cy="1766805"/>
          </a:xfrm>
        </p:spPr>
      </p:pic>
      <p:pic>
        <p:nvPicPr>
          <p:cNvPr id="2" name="圖片 2" descr="一張含有 文字 的圖片&#10;&#10;自動產生的描述">
            <a:extLst>
              <a:ext uri="{FF2B5EF4-FFF2-40B4-BE49-F238E27FC236}">
                <a16:creationId xmlns:a16="http://schemas.microsoft.com/office/drawing/2014/main" id="{45304E0B-72F4-89D4-4E1A-C04A444D5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50" y="4001492"/>
            <a:ext cx="6023263" cy="163227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4A4126A-C2A6-0D83-4A14-54A09DEE14F0}"/>
              </a:ext>
            </a:extLst>
          </p:cNvPr>
          <p:cNvSpPr txBox="1"/>
          <p:nvPr/>
        </p:nvSpPr>
        <p:spPr>
          <a:xfrm>
            <a:off x="4603173" y="171103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pic>
        <p:nvPicPr>
          <p:cNvPr id="5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A4200904-D2CA-B7F9-826B-6D7C6E8F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19" y="1432336"/>
            <a:ext cx="4301836" cy="420114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0AF5F4D-00E6-576A-4B4F-019BADDBD0ED}"/>
              </a:ext>
            </a:extLst>
          </p:cNvPr>
          <p:cNvSpPr txBox="1"/>
          <p:nvPr/>
        </p:nvSpPr>
        <p:spPr>
          <a:xfrm>
            <a:off x="458838" y="188451"/>
            <a:ext cx="61574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>
                <a:ea typeface="微軟正黑體"/>
              </a:rPr>
              <a:t>以GCP搭配Constrction8造出CZCS (Optimal) </a:t>
            </a:r>
          </a:p>
        </p:txBody>
      </p:sp>
    </p:spTree>
    <p:extLst>
      <p:ext uri="{BB962C8B-B14F-4D97-AF65-F5344CB8AC3E}">
        <p14:creationId xmlns:p14="http://schemas.microsoft.com/office/powerpoint/2010/main" val="221711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6" descr="一張含有 箭 的圖片&#10;&#10;自動產生的描述">
            <a:extLst>
              <a:ext uri="{FF2B5EF4-FFF2-40B4-BE49-F238E27FC236}">
                <a16:creationId xmlns:a16="http://schemas.microsoft.com/office/drawing/2014/main" id="{D9991940-D4F1-96D2-5BDF-D133702DF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81" y="984766"/>
            <a:ext cx="5879104" cy="2578496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3AA314C-50D9-29CC-34C7-C470DFAFCBC7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pic>
        <p:nvPicPr>
          <p:cNvPr id="8" name="圖片 8" descr="一張含有 箭 的圖片&#10;&#10;自動產生的描述">
            <a:extLst>
              <a:ext uri="{FF2B5EF4-FFF2-40B4-BE49-F238E27FC236}">
                <a16:creationId xmlns:a16="http://schemas.microsoft.com/office/drawing/2014/main" id="{46A4DF4E-76E8-FEFF-7791-86365C2B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45" y="3709646"/>
            <a:ext cx="5845292" cy="262397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91EC4E-CFD6-5D7C-6E1A-0EDB2A440B09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pic>
        <p:nvPicPr>
          <p:cNvPr id="10" name="圖片 10">
            <a:extLst>
              <a:ext uri="{FF2B5EF4-FFF2-40B4-BE49-F238E27FC236}">
                <a16:creationId xmlns:a16="http://schemas.microsoft.com/office/drawing/2014/main" id="{F13550DB-2AB7-166B-0597-DEE4205AE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34" y="971325"/>
            <a:ext cx="5712518" cy="258520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91F3C9-214B-0F32-8010-F3B64498115E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pic>
        <p:nvPicPr>
          <p:cNvPr id="12" name="圖片 12">
            <a:extLst>
              <a:ext uri="{FF2B5EF4-FFF2-40B4-BE49-F238E27FC236}">
                <a16:creationId xmlns:a16="http://schemas.microsoft.com/office/drawing/2014/main" id="{7EE0D7D0-D35A-6454-7E07-3FBF83DEA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014" y="3741011"/>
            <a:ext cx="6099291" cy="25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26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9135E-3325-05D8-6D35-F8A253BC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5" descr="一張含有 鍵盤, 電子用品 的圖片&#10;&#10;自動產生的描述">
            <a:extLst>
              <a:ext uri="{FF2B5EF4-FFF2-40B4-BE49-F238E27FC236}">
                <a16:creationId xmlns:a16="http://schemas.microsoft.com/office/drawing/2014/main" id="{B1CC9C3E-E534-1FC4-5D24-A30ECD3A9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70" y="1008963"/>
            <a:ext cx="11396547" cy="4840047"/>
          </a:xfr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60D4FAA-28C2-E1B5-30BF-9088C7F79792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64D3928-EB8D-1F71-BCEA-6D5BF0628ADD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6895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9135E-3325-05D8-6D35-F8A253BC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0D4FAA-28C2-E1B5-30BF-9088C7F79792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64D3928-EB8D-1F71-BCEA-6D5BF0628ADD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>
              <a:ea typeface="微軟正黑體"/>
            </a:endParaRPr>
          </a:p>
        </p:txBody>
      </p:sp>
      <p:pic>
        <p:nvPicPr>
          <p:cNvPr id="8" name="圖片 8" descr="一張含有 文字, 鍵盤 的圖片&#10;&#10;自動產生的描述">
            <a:extLst>
              <a:ext uri="{FF2B5EF4-FFF2-40B4-BE49-F238E27FC236}">
                <a16:creationId xmlns:a16="http://schemas.microsoft.com/office/drawing/2014/main" id="{BBAE5690-BD1F-B129-BFC9-2468C58AC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16" y="610827"/>
            <a:ext cx="11975628" cy="5324592"/>
          </a:xfrm>
        </p:spPr>
      </p:pic>
    </p:spTree>
    <p:extLst>
      <p:ext uri="{BB962C8B-B14F-4D97-AF65-F5344CB8AC3E}">
        <p14:creationId xmlns:p14="http://schemas.microsoft.com/office/powerpoint/2010/main" val="4154182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17439-9DB0-D4C1-6176-44AE09E8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參考文獻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5A2652-F490-6DEE-818C-9A19D7A5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zh-TW" altLang="en-US">
                <a:ea typeface="微軟正黑體"/>
              </a:rPr>
              <a:t>講義</a:t>
            </a:r>
          </a:p>
        </p:txBody>
      </p:sp>
    </p:spTree>
    <p:extLst>
      <p:ext uri="{BB962C8B-B14F-4D97-AF65-F5344CB8AC3E}">
        <p14:creationId xmlns:p14="http://schemas.microsoft.com/office/powerpoint/2010/main" val="1385900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17439-9DB0-D4C1-6176-44AE09E8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02096"/>
            <a:ext cx="8596668" cy="1320800"/>
          </a:xfrm>
        </p:spPr>
        <p:txBody>
          <a:bodyPr/>
          <a:lstStyle/>
          <a:p>
            <a:r>
              <a:rPr kumimoji="1" lang="zh-TW" altLang="en-US" dirty="0"/>
              <a:t>附錄一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7DFC519-84A9-408E-2D40-6DE1F88D5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219" y="3548546"/>
            <a:ext cx="10293998" cy="3309454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973D924-F78E-7A76-483C-AF06F3C3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3" y="862496"/>
            <a:ext cx="105156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17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417439-9DB0-D4C1-6176-44AE09E8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02096"/>
            <a:ext cx="8596668" cy="1320800"/>
          </a:xfrm>
        </p:spPr>
        <p:txBody>
          <a:bodyPr/>
          <a:lstStyle/>
          <a:p>
            <a:r>
              <a:rPr kumimoji="1" lang="zh-TW" altLang="en-US" dirty="0"/>
              <a:t>附錄一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AD64ED-FDE1-DA58-A199-F418EB70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2" y="1175235"/>
            <a:ext cx="11097399" cy="234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57344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{A8B72828-1687-CF41-9D00-D4C23F10EB30}tf10001060</Template>
  <TotalTime>0</TotalTime>
  <Words>316</Words>
  <Application>Microsoft Office PowerPoint</Application>
  <PresentationFormat>寬螢幕</PresentationFormat>
  <Paragraphs>153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微軟正黑體</vt:lpstr>
      <vt:lpstr>Arial</vt:lpstr>
      <vt:lpstr>Trebuchet MS</vt:lpstr>
      <vt:lpstr>Wingdings 3</vt:lpstr>
      <vt:lpstr>多面向</vt:lpstr>
      <vt:lpstr>期末序列報告</vt:lpstr>
      <vt:lpstr>目錄</vt:lpstr>
      <vt:lpstr>尋找思路</vt:lpstr>
      <vt:lpstr>改寫xcorr aacf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參考文獻</vt:lpstr>
      <vt:lpstr>附錄一</vt:lpstr>
      <vt:lpstr>附錄一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陳冠綸</dc:creator>
  <cp:lastModifiedBy>潘俊宏</cp:lastModifiedBy>
  <cp:revision>1</cp:revision>
  <dcterms:created xsi:type="dcterms:W3CDTF">2022-11-29T07:29:10Z</dcterms:created>
  <dcterms:modified xsi:type="dcterms:W3CDTF">2023-01-06T14:01:17Z</dcterms:modified>
</cp:coreProperties>
</file>